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751510-558F-4519-8532-AC2AB300D5BD}" v="36" dt="2025-11-20T13:09:07.3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kthispgowda13@gmail.com" userId="b771dd94c37c82dc" providerId="LiveId" clId="{24825470-949D-4095-A001-80D65434F61C}"/>
    <pc:docChg chg="undo custSel addSld delSld modSld sldOrd">
      <pc:chgData name="bhakthispgowda13@gmail.com" userId="b771dd94c37c82dc" providerId="LiveId" clId="{24825470-949D-4095-A001-80D65434F61C}" dt="2025-11-20T13:09:07.291" v="1008" actId="1076"/>
      <pc:docMkLst>
        <pc:docMk/>
      </pc:docMkLst>
      <pc:sldChg chg="modSp mod">
        <pc:chgData name="bhakthispgowda13@gmail.com" userId="b771dd94c37c82dc" providerId="LiveId" clId="{24825470-949D-4095-A001-80D65434F61C}" dt="2025-11-20T12:34:13.869" v="245" actId="20577"/>
        <pc:sldMkLst>
          <pc:docMk/>
          <pc:sldMk cId="1875286459" sldId="256"/>
        </pc:sldMkLst>
        <pc:spChg chg="mod">
          <ac:chgData name="bhakthispgowda13@gmail.com" userId="b771dd94c37c82dc" providerId="LiveId" clId="{24825470-949D-4095-A001-80D65434F61C}" dt="2025-11-20T12:34:13.869" v="245" actId="20577"/>
          <ac:spMkLst>
            <pc:docMk/>
            <pc:sldMk cId="1875286459" sldId="256"/>
            <ac:spMk id="3" creationId="{9ED49B5C-AB85-B849-718A-94C3BD248BBC}"/>
          </ac:spMkLst>
        </pc:spChg>
      </pc:sldChg>
      <pc:sldChg chg="modSp new mod">
        <pc:chgData name="bhakthispgowda13@gmail.com" userId="b771dd94c37c82dc" providerId="LiveId" clId="{24825470-949D-4095-A001-80D65434F61C}" dt="2025-11-20T12:41:24.160" v="386" actId="113"/>
        <pc:sldMkLst>
          <pc:docMk/>
          <pc:sldMk cId="343142938" sldId="257"/>
        </pc:sldMkLst>
        <pc:spChg chg="mod">
          <ac:chgData name="bhakthispgowda13@gmail.com" userId="b771dd94c37c82dc" providerId="LiveId" clId="{24825470-949D-4095-A001-80D65434F61C}" dt="2025-11-20T12:35:24.013" v="275" actId="2711"/>
          <ac:spMkLst>
            <pc:docMk/>
            <pc:sldMk cId="343142938" sldId="257"/>
            <ac:spMk id="2" creationId="{A4A6AE49-DF16-C387-1421-0AD7CC035E78}"/>
          </ac:spMkLst>
        </pc:spChg>
        <pc:spChg chg="mod">
          <ac:chgData name="bhakthispgowda13@gmail.com" userId="b771dd94c37c82dc" providerId="LiveId" clId="{24825470-949D-4095-A001-80D65434F61C}" dt="2025-11-20T12:41:24.160" v="386" actId="113"/>
          <ac:spMkLst>
            <pc:docMk/>
            <pc:sldMk cId="343142938" sldId="257"/>
            <ac:spMk id="3" creationId="{AB275C59-6805-F605-5084-9B119AAA26A7}"/>
          </ac:spMkLst>
        </pc:spChg>
      </pc:sldChg>
      <pc:sldChg chg="modSp new mod ord">
        <pc:chgData name="bhakthispgowda13@gmail.com" userId="b771dd94c37c82dc" providerId="LiveId" clId="{24825470-949D-4095-A001-80D65434F61C}" dt="2025-11-20T12:48:18.999" v="643"/>
        <pc:sldMkLst>
          <pc:docMk/>
          <pc:sldMk cId="3044054553" sldId="258"/>
        </pc:sldMkLst>
        <pc:spChg chg="mod">
          <ac:chgData name="bhakthispgowda13@gmail.com" userId="b771dd94c37c82dc" providerId="LiveId" clId="{24825470-949D-4095-A001-80D65434F61C}" dt="2025-11-20T12:39:06.180" v="322" actId="2711"/>
          <ac:spMkLst>
            <pc:docMk/>
            <pc:sldMk cId="3044054553" sldId="258"/>
            <ac:spMk id="2" creationId="{D77B24DD-A25E-7F12-F454-173D0115E0E3}"/>
          </ac:spMkLst>
        </pc:spChg>
        <pc:spChg chg="mod">
          <ac:chgData name="bhakthispgowda13@gmail.com" userId="b771dd94c37c82dc" providerId="LiveId" clId="{24825470-949D-4095-A001-80D65434F61C}" dt="2025-11-20T12:41:05.715" v="385" actId="123"/>
          <ac:spMkLst>
            <pc:docMk/>
            <pc:sldMk cId="3044054553" sldId="258"/>
            <ac:spMk id="3" creationId="{9C88E868-F0C7-2E89-4D48-AE454FDBE83B}"/>
          </ac:spMkLst>
        </pc:spChg>
      </pc:sldChg>
      <pc:sldChg chg="addSp delSp modSp new mod">
        <pc:chgData name="bhakthispgowda13@gmail.com" userId="b771dd94c37c82dc" providerId="LiveId" clId="{24825470-949D-4095-A001-80D65434F61C}" dt="2025-11-20T12:49:58.685" v="659" actId="1076"/>
        <pc:sldMkLst>
          <pc:docMk/>
          <pc:sldMk cId="2767207264" sldId="259"/>
        </pc:sldMkLst>
        <pc:spChg chg="mod">
          <ac:chgData name="bhakthispgowda13@gmail.com" userId="b771dd94c37c82dc" providerId="LiveId" clId="{24825470-949D-4095-A001-80D65434F61C}" dt="2025-11-20T12:46:24.482" v="517" actId="20577"/>
          <ac:spMkLst>
            <pc:docMk/>
            <pc:sldMk cId="2767207264" sldId="259"/>
            <ac:spMk id="2" creationId="{1D7B1111-6669-9E42-9E5F-B67627070D04}"/>
          </ac:spMkLst>
        </pc:spChg>
        <pc:spChg chg="del">
          <ac:chgData name="bhakthispgowda13@gmail.com" userId="b771dd94c37c82dc" providerId="LiveId" clId="{24825470-949D-4095-A001-80D65434F61C}" dt="2025-11-20T12:43:02.758" v="390" actId="3680"/>
          <ac:spMkLst>
            <pc:docMk/>
            <pc:sldMk cId="2767207264" sldId="259"/>
            <ac:spMk id="3" creationId="{B124A58C-FD98-1D72-3692-D1DDEC4FD19D}"/>
          </ac:spMkLst>
        </pc:spChg>
        <pc:graphicFrameChg chg="add mod ord modGraphic">
          <ac:chgData name="bhakthispgowda13@gmail.com" userId="b771dd94c37c82dc" providerId="LiveId" clId="{24825470-949D-4095-A001-80D65434F61C}" dt="2025-11-20T12:49:53.231" v="658" actId="1076"/>
          <ac:graphicFrameMkLst>
            <pc:docMk/>
            <pc:sldMk cId="2767207264" sldId="259"/>
            <ac:graphicFrameMk id="4" creationId="{5FECF13D-F887-D64C-0984-3053761CE821}"/>
          </ac:graphicFrameMkLst>
        </pc:graphicFrameChg>
        <pc:cxnChg chg="add mod">
          <ac:chgData name="bhakthispgowda13@gmail.com" userId="b771dd94c37c82dc" providerId="LiveId" clId="{24825470-949D-4095-A001-80D65434F61C}" dt="2025-11-20T12:49:58.685" v="659" actId="1076"/>
          <ac:cxnSpMkLst>
            <pc:docMk/>
            <pc:sldMk cId="2767207264" sldId="259"/>
            <ac:cxnSpMk id="6" creationId="{9A071956-A8C5-A1AA-74F3-AC2035A1F74E}"/>
          </ac:cxnSpMkLst>
        </pc:cxnChg>
      </pc:sldChg>
      <pc:sldChg chg="modSp new mod">
        <pc:chgData name="bhakthispgowda13@gmail.com" userId="b771dd94c37c82dc" providerId="LiveId" clId="{24825470-949D-4095-A001-80D65434F61C}" dt="2025-11-20T12:51:50.213" v="692" actId="12"/>
        <pc:sldMkLst>
          <pc:docMk/>
          <pc:sldMk cId="3158293281" sldId="260"/>
        </pc:sldMkLst>
        <pc:spChg chg="mod">
          <ac:chgData name="bhakthispgowda13@gmail.com" userId="b771dd94c37c82dc" providerId="LiveId" clId="{24825470-949D-4095-A001-80D65434F61C}" dt="2025-11-20T12:50:47.453" v="662" actId="2711"/>
          <ac:spMkLst>
            <pc:docMk/>
            <pc:sldMk cId="3158293281" sldId="260"/>
            <ac:spMk id="2" creationId="{012326C2-BD2D-B94F-89CD-57EA520B4513}"/>
          </ac:spMkLst>
        </pc:spChg>
        <pc:spChg chg="mod">
          <ac:chgData name="bhakthispgowda13@gmail.com" userId="b771dd94c37c82dc" providerId="LiveId" clId="{24825470-949D-4095-A001-80D65434F61C}" dt="2025-11-20T12:51:50.213" v="692" actId="12"/>
          <ac:spMkLst>
            <pc:docMk/>
            <pc:sldMk cId="3158293281" sldId="260"/>
            <ac:spMk id="3" creationId="{D882F52C-44C3-37F2-2AEC-527B4270453D}"/>
          </ac:spMkLst>
        </pc:spChg>
      </pc:sldChg>
      <pc:sldChg chg="addSp delSp modSp new mod">
        <pc:chgData name="bhakthispgowda13@gmail.com" userId="b771dd94c37c82dc" providerId="LiveId" clId="{24825470-949D-4095-A001-80D65434F61C}" dt="2025-11-20T13:03:18.572" v="900" actId="2711"/>
        <pc:sldMkLst>
          <pc:docMk/>
          <pc:sldMk cId="1698592114" sldId="261"/>
        </pc:sldMkLst>
        <pc:spChg chg="mod">
          <ac:chgData name="bhakthispgowda13@gmail.com" userId="b771dd94c37c82dc" providerId="LiveId" clId="{24825470-949D-4095-A001-80D65434F61C}" dt="2025-11-20T13:03:18.572" v="900" actId="2711"/>
          <ac:spMkLst>
            <pc:docMk/>
            <pc:sldMk cId="1698592114" sldId="261"/>
            <ac:spMk id="2" creationId="{A9A7E3D4-77E5-AB49-C213-B1EA65A7CA2B}"/>
          </ac:spMkLst>
        </pc:spChg>
        <pc:spChg chg="add del mod">
          <ac:chgData name="bhakthispgowda13@gmail.com" userId="b771dd94c37c82dc" providerId="LiveId" clId="{24825470-949D-4095-A001-80D65434F61C}" dt="2025-11-20T12:56:44.546" v="743" actId="3680"/>
          <ac:spMkLst>
            <pc:docMk/>
            <pc:sldMk cId="1698592114" sldId="261"/>
            <ac:spMk id="3" creationId="{A266F484-D818-9A99-AE07-FB4ED12ADBD2}"/>
          </ac:spMkLst>
        </pc:spChg>
        <pc:graphicFrameChg chg="add del mod ord modGraphic">
          <ac:chgData name="bhakthispgowda13@gmail.com" userId="b771dd94c37c82dc" providerId="LiveId" clId="{24825470-949D-4095-A001-80D65434F61C}" dt="2025-11-20T12:54:53.788" v="720" actId="3680"/>
          <ac:graphicFrameMkLst>
            <pc:docMk/>
            <pc:sldMk cId="1698592114" sldId="261"/>
            <ac:graphicFrameMk id="4" creationId="{7A3104FF-F471-2B15-409F-F9F4380F1674}"/>
          </ac:graphicFrameMkLst>
        </pc:graphicFrameChg>
        <pc:graphicFrameChg chg="add del mod ord modGraphic">
          <ac:chgData name="bhakthispgowda13@gmail.com" userId="b771dd94c37c82dc" providerId="LiveId" clId="{24825470-949D-4095-A001-80D65434F61C}" dt="2025-11-20T12:56:24.811" v="740" actId="3680"/>
          <ac:graphicFrameMkLst>
            <pc:docMk/>
            <pc:sldMk cId="1698592114" sldId="261"/>
            <ac:graphicFrameMk id="7" creationId="{BC988435-F6A1-BB7D-5E2F-32D3B9DE82DA}"/>
          </ac:graphicFrameMkLst>
        </pc:graphicFrameChg>
        <pc:graphicFrameChg chg="add mod ord modGraphic">
          <ac:chgData name="bhakthispgowda13@gmail.com" userId="b771dd94c37c82dc" providerId="LiveId" clId="{24825470-949D-4095-A001-80D65434F61C}" dt="2025-11-20T13:01:54.976" v="890" actId="12"/>
          <ac:graphicFrameMkLst>
            <pc:docMk/>
            <pc:sldMk cId="1698592114" sldId="261"/>
            <ac:graphicFrameMk id="8" creationId="{9D11AB6A-82D2-2347-BFEB-BAD75E242A61}"/>
          </ac:graphicFrameMkLst>
        </pc:graphicFrameChg>
        <pc:cxnChg chg="add del mod">
          <ac:chgData name="bhakthispgowda13@gmail.com" userId="b771dd94c37c82dc" providerId="LiveId" clId="{24825470-949D-4095-A001-80D65434F61C}" dt="2025-11-20T12:54:50.055" v="715" actId="11529"/>
          <ac:cxnSpMkLst>
            <pc:docMk/>
            <pc:sldMk cId="1698592114" sldId="261"/>
            <ac:cxnSpMk id="6" creationId="{4DF989E4-A84E-5B59-2A08-965A41C7D850}"/>
          </ac:cxnSpMkLst>
        </pc:cxnChg>
        <pc:cxnChg chg="add mod">
          <ac:chgData name="bhakthispgowda13@gmail.com" userId="b771dd94c37c82dc" providerId="LiveId" clId="{24825470-949D-4095-A001-80D65434F61C}" dt="2025-11-20T13:02:40.638" v="897" actId="1076"/>
          <ac:cxnSpMkLst>
            <pc:docMk/>
            <pc:sldMk cId="1698592114" sldId="261"/>
            <ac:cxnSpMk id="10" creationId="{921D1073-CE63-3D7E-30A0-D0E03315DB64}"/>
          </ac:cxnSpMkLst>
        </pc:cxnChg>
        <pc:cxnChg chg="add mod">
          <ac:chgData name="bhakthispgowda13@gmail.com" userId="b771dd94c37c82dc" providerId="LiveId" clId="{24825470-949D-4095-A001-80D65434F61C}" dt="2025-11-20T13:02:26.160" v="895" actId="14100"/>
          <ac:cxnSpMkLst>
            <pc:docMk/>
            <pc:sldMk cId="1698592114" sldId="261"/>
            <ac:cxnSpMk id="12" creationId="{CAFEF634-E076-7192-F301-A3A44D2B4DE0}"/>
          </ac:cxnSpMkLst>
        </pc:cxnChg>
        <pc:cxnChg chg="add mod">
          <ac:chgData name="bhakthispgowda13@gmail.com" userId="b771dd94c37c82dc" providerId="LiveId" clId="{24825470-949D-4095-A001-80D65434F61C}" dt="2025-11-20T13:02:32.422" v="896" actId="14100"/>
          <ac:cxnSpMkLst>
            <pc:docMk/>
            <pc:sldMk cId="1698592114" sldId="261"/>
            <ac:cxnSpMk id="14" creationId="{44AD39FD-B149-AF4D-F37F-ADB00B8DA9EE}"/>
          </ac:cxnSpMkLst>
        </pc:cxnChg>
        <pc:cxnChg chg="add mod">
          <ac:chgData name="bhakthispgowda13@gmail.com" userId="b771dd94c37c82dc" providerId="LiveId" clId="{24825470-949D-4095-A001-80D65434F61C}" dt="2025-11-20T13:02:02.813" v="891" actId="14100"/>
          <ac:cxnSpMkLst>
            <pc:docMk/>
            <pc:sldMk cId="1698592114" sldId="261"/>
            <ac:cxnSpMk id="16" creationId="{47936B80-A0CC-8F9D-4181-3326EA0B9B1F}"/>
          </ac:cxnSpMkLst>
        </pc:cxnChg>
      </pc:sldChg>
      <pc:sldChg chg="modSp new mod">
        <pc:chgData name="bhakthispgowda13@gmail.com" userId="b771dd94c37c82dc" providerId="LiveId" clId="{24825470-949D-4095-A001-80D65434F61C}" dt="2025-11-20T13:07:23.500" v="996" actId="20577"/>
        <pc:sldMkLst>
          <pc:docMk/>
          <pc:sldMk cId="62413880" sldId="262"/>
        </pc:sldMkLst>
        <pc:spChg chg="mod">
          <ac:chgData name="bhakthispgowda13@gmail.com" userId="b771dd94c37c82dc" providerId="LiveId" clId="{24825470-949D-4095-A001-80D65434F61C}" dt="2025-11-20T13:03:25.532" v="901" actId="2711"/>
          <ac:spMkLst>
            <pc:docMk/>
            <pc:sldMk cId="62413880" sldId="262"/>
            <ac:spMk id="2" creationId="{74EA2562-C500-B1C9-6E3A-9F2783618FC4}"/>
          </ac:spMkLst>
        </pc:spChg>
        <pc:spChg chg="mod">
          <ac:chgData name="bhakthispgowda13@gmail.com" userId="b771dd94c37c82dc" providerId="LiveId" clId="{24825470-949D-4095-A001-80D65434F61C}" dt="2025-11-20T13:07:23.500" v="996" actId="20577"/>
          <ac:spMkLst>
            <pc:docMk/>
            <pc:sldMk cId="62413880" sldId="262"/>
            <ac:spMk id="3" creationId="{922E86AF-4D53-9FB8-BF60-ED5C21E7F32B}"/>
          </ac:spMkLst>
        </pc:spChg>
      </pc:sldChg>
      <pc:sldChg chg="new del">
        <pc:chgData name="bhakthispgowda13@gmail.com" userId="b771dd94c37c82dc" providerId="LiveId" clId="{24825470-949D-4095-A001-80D65434F61C}" dt="2025-11-20T12:56:34.890" v="742" actId="680"/>
        <pc:sldMkLst>
          <pc:docMk/>
          <pc:sldMk cId="1565253440" sldId="262"/>
        </pc:sldMkLst>
      </pc:sldChg>
      <pc:sldChg chg="addSp delSp modSp new mod">
        <pc:chgData name="bhakthispgowda13@gmail.com" userId="b771dd94c37c82dc" providerId="LiveId" clId="{24825470-949D-4095-A001-80D65434F61C}" dt="2025-11-20T13:09:07.291" v="1008" actId="1076"/>
        <pc:sldMkLst>
          <pc:docMk/>
          <pc:sldMk cId="2115958199" sldId="263"/>
        </pc:sldMkLst>
        <pc:spChg chg="mod">
          <ac:chgData name="bhakthispgowda13@gmail.com" userId="b771dd94c37c82dc" providerId="LiveId" clId="{24825470-949D-4095-A001-80D65434F61C}" dt="2025-11-20T13:07:55.371" v="999" actId="2711"/>
          <ac:spMkLst>
            <pc:docMk/>
            <pc:sldMk cId="2115958199" sldId="263"/>
            <ac:spMk id="2" creationId="{B37C8F36-9738-14AA-0502-62B474ADAD31}"/>
          </ac:spMkLst>
        </pc:spChg>
        <pc:spChg chg="del mod">
          <ac:chgData name="bhakthispgowda13@gmail.com" userId="b771dd94c37c82dc" providerId="LiveId" clId="{24825470-949D-4095-A001-80D65434F61C}" dt="2025-11-20T13:08:40.698" v="1001"/>
          <ac:spMkLst>
            <pc:docMk/>
            <pc:sldMk cId="2115958199" sldId="263"/>
            <ac:spMk id="3" creationId="{58837F34-01CC-28C5-AC2A-4223C177FC92}"/>
          </ac:spMkLst>
        </pc:spChg>
        <pc:spChg chg="add mod">
          <ac:chgData name="bhakthispgowda13@gmail.com" userId="b771dd94c37c82dc" providerId="LiveId" clId="{24825470-949D-4095-A001-80D65434F61C}" dt="2025-11-20T13:09:07.291" v="1008" actId="1076"/>
          <ac:spMkLst>
            <pc:docMk/>
            <pc:sldMk cId="2115958199" sldId="263"/>
            <ac:spMk id="4" creationId="{7FF2971B-F37F-F308-8F58-89318615E1E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96EF2-CBD5-4233-BF72-D26AC48AD2B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5990-33B5-46FF-B851-9AE4E39E449E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4174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96EF2-CBD5-4233-BF72-D26AC48AD2B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5990-33B5-46FF-B851-9AE4E39E4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672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96EF2-CBD5-4233-BF72-D26AC48AD2B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5990-33B5-46FF-B851-9AE4E39E449E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202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96EF2-CBD5-4233-BF72-D26AC48AD2B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5990-33B5-46FF-B851-9AE4E39E4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292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96EF2-CBD5-4233-BF72-D26AC48AD2B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5990-33B5-46FF-B851-9AE4E39E4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573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96EF2-CBD5-4233-BF72-D26AC48AD2B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5990-33B5-46FF-B851-9AE4E39E4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89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96EF2-CBD5-4233-BF72-D26AC48AD2B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5990-33B5-46FF-B851-9AE4E39E4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039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5596EF2-CBD5-4233-BF72-D26AC48AD2B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8E5990-33B5-46FF-B851-9AE4E39E4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821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96EF2-CBD5-4233-BF72-D26AC48AD2B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5990-33B5-46FF-B851-9AE4E39E4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980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96EF2-CBD5-4233-BF72-D26AC48AD2B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5990-33B5-46FF-B851-9AE4E39E4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458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96EF2-CBD5-4233-BF72-D26AC48AD2B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5990-33B5-46FF-B851-9AE4E39E4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861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5596EF2-CBD5-4233-BF72-D26AC48AD2B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D8E5990-33B5-46FF-B851-9AE4E39E449E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057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DC31F-899F-E772-106C-3AEA6475A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SmartStock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Inventory Optimization for Retail Stores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D49B5C-AB85-B849-718A-94C3BD248B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8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Presented by:</a:t>
            </a:r>
          </a:p>
          <a:p>
            <a:pPr lvl="8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Bhakthi.S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.P</a:t>
            </a:r>
          </a:p>
        </p:txBody>
      </p:sp>
    </p:spTree>
    <p:extLst>
      <p:ext uri="{BB962C8B-B14F-4D97-AF65-F5344CB8AC3E}">
        <p14:creationId xmlns:p14="http://schemas.microsoft.com/office/powerpoint/2010/main" val="1875286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6AE49-DF16-C387-1421-0AD7CC035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Goal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75C59-6805-F605-5084-9B119AAA2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stock shortages and optimize inventory reload based on sales data.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 marL="57835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retail stock efficiently. </a:t>
            </a:r>
          </a:p>
          <a:p>
            <a:pPr marL="57835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when items will go out of stock. </a:t>
            </a:r>
          </a:p>
          <a:p>
            <a:pPr marL="57835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 when to reload stock based on sales trends. </a:t>
            </a:r>
          </a:p>
          <a:p>
            <a:pPr marL="57835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Minimize stock-outs and overstock.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42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B24DD-A25E-7F12-F454-173D0115E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8E868-F0C7-2E89-4D48-AE454FDBE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8553616" cy="4023360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FreshRetailNet-50K dataset from Hugging Face.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split: 4.5 million rows.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 split:350k rows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Columns include: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city_id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store_id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management_group_id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first_category_id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second_category_id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third_category_id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dt,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sale_amount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hours_sale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stock_hour6_22_cnt, discount,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holiday_flag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used: Realistic sales &amp; inventory dataset to simulate stock prediction.</a:t>
            </a:r>
          </a:p>
        </p:txBody>
      </p:sp>
    </p:spTree>
    <p:extLst>
      <p:ext uri="{BB962C8B-B14F-4D97-AF65-F5344CB8AC3E}">
        <p14:creationId xmlns:p14="http://schemas.microsoft.com/office/powerpoint/2010/main" val="3044054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B1111-6669-9E42-9E5F-B67627070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 Used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ECF13D-F887-D64C-0984-3053761CE8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5857229"/>
              </p:ext>
            </p:extLst>
          </p:nvPr>
        </p:nvGraphicFramePr>
        <p:xfrm>
          <a:off x="1097280" y="2104681"/>
          <a:ext cx="10058400" cy="315312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{BDBED569-4797-4DF1-A0F4-6AAB3CD982D8}</a:tableStyleId>
              </a:tblPr>
              <a:tblGrid>
                <a:gridCol w="3226559">
                  <a:extLst>
                    <a:ext uri="{9D8B030D-6E8A-4147-A177-3AD203B41FA5}">
                      <a16:colId xmlns:a16="http://schemas.microsoft.com/office/drawing/2014/main" val="4045772233"/>
                    </a:ext>
                  </a:extLst>
                </a:gridCol>
                <a:gridCol w="6831841">
                  <a:extLst>
                    <a:ext uri="{9D8B030D-6E8A-4147-A177-3AD203B41FA5}">
                      <a16:colId xmlns:a16="http://schemas.microsoft.com/office/drawing/2014/main" val="3992068128"/>
                    </a:ext>
                  </a:extLst>
                </a:gridCol>
              </a:tblGrid>
              <a:tr h="315312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Library</a:t>
                      </a:r>
                    </a:p>
                    <a:p>
                      <a:pPr algn="just">
                        <a:lnSpc>
                          <a:spcPct val="150000"/>
                        </a:lnSpc>
                      </a:pPr>
                      <a:endParaRPr lang="en-IN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Datasets</a:t>
                      </a:r>
                    </a:p>
                    <a:p>
                      <a:pPr marL="342900" indent="-34290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mysql.connector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pandas</a:t>
                      </a:r>
                      <a:endParaRPr lang="en-IN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              </a:t>
                      </a:r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IN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 dataset efficiently from Hugging Face hub.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 Python to MySQL, create tables, insert data 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manipulation, conversion to </a:t>
                      </a:r>
                      <a:r>
                        <a:rPr lang="en-IN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DataFrame</a:t>
                      </a: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4461471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071956-A8C5-A1AA-74F3-AC2035A1F74E}"/>
              </a:ext>
            </a:extLst>
          </p:cNvPr>
          <p:cNvCxnSpPr>
            <a:cxnSpLocks/>
          </p:cNvCxnSpPr>
          <p:nvPr/>
        </p:nvCxnSpPr>
        <p:spPr>
          <a:xfrm>
            <a:off x="1081377" y="2961861"/>
            <a:ext cx="10058083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207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326C2-BD2D-B94F-89CD-57EA520B4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Completed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2F52C-44C3-37F2-2AEC-527B42704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Loaded FreshRetailNet-50K dataset using datasets.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Python to MySQL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mysql.connector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table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fresh_retail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schema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retail_inventory_db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Inserted train and eval splits in chunks of 10,000 rows.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ready for analysis and predictive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58293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7E3D4-77E5-AB49-C213-B1EA65A7C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Solutions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9D11AB6A-82D2-2347-BFEB-BAD75E242A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2447660"/>
              </p:ext>
            </p:extLst>
          </p:nvPr>
        </p:nvGraphicFramePr>
        <p:xfrm>
          <a:off x="1096654" y="1846263"/>
          <a:ext cx="10058709" cy="2922524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{5FD0F851-EC5A-4D38-B0AD-8093EC10F338}</a:tableStyleId>
              </a:tblPr>
              <a:tblGrid>
                <a:gridCol w="3832964">
                  <a:extLst>
                    <a:ext uri="{9D8B030D-6E8A-4147-A177-3AD203B41FA5}">
                      <a16:colId xmlns:a16="http://schemas.microsoft.com/office/drawing/2014/main" val="3869284069"/>
                    </a:ext>
                  </a:extLst>
                </a:gridCol>
                <a:gridCol w="6225745">
                  <a:extLst>
                    <a:ext uri="{9D8B030D-6E8A-4147-A177-3AD203B41FA5}">
                      <a16:colId xmlns:a16="http://schemas.microsoft.com/office/drawing/2014/main" val="3202766048"/>
                    </a:ext>
                  </a:extLst>
                </a:gridCol>
              </a:tblGrid>
              <a:tr h="248719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Challenge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dataset (4.5M rows)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</a:t>
                      </a:r>
                      <a:r>
                        <a:rPr lang="en-IN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symlink</a:t>
                      </a: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warnings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MySQL connection errors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                  Solution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Inserted in chunks to avoid memory issues.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 to ignore; caching works 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Verified username, password, host.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771033"/>
                  </a:ext>
                </a:extLst>
              </a:tr>
            </a:tbl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21D1073-CE63-3D7E-30A0-D0E03315DB64}"/>
              </a:ext>
            </a:extLst>
          </p:cNvPr>
          <p:cNvCxnSpPr/>
          <p:nvPr/>
        </p:nvCxnSpPr>
        <p:spPr>
          <a:xfrm>
            <a:off x="1096963" y="2494722"/>
            <a:ext cx="10058400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AFEF634-E076-7192-F301-A3A44D2B4DE0}"/>
              </a:ext>
            </a:extLst>
          </p:cNvPr>
          <p:cNvCxnSpPr>
            <a:cxnSpLocks/>
          </p:cNvCxnSpPr>
          <p:nvPr/>
        </p:nvCxnSpPr>
        <p:spPr>
          <a:xfrm>
            <a:off x="1109943" y="1846263"/>
            <a:ext cx="0" cy="2898236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4AD39FD-B149-AF4D-F37F-ADB00B8DA9EE}"/>
              </a:ext>
            </a:extLst>
          </p:cNvPr>
          <p:cNvCxnSpPr>
            <a:cxnSpLocks/>
          </p:cNvCxnSpPr>
          <p:nvPr/>
        </p:nvCxnSpPr>
        <p:spPr>
          <a:xfrm>
            <a:off x="11155363" y="1846263"/>
            <a:ext cx="0" cy="2952342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936B80-A0CC-8F9D-4181-3326EA0B9B1F}"/>
              </a:ext>
            </a:extLst>
          </p:cNvPr>
          <p:cNvCxnSpPr>
            <a:cxnSpLocks/>
          </p:cNvCxnSpPr>
          <p:nvPr/>
        </p:nvCxnSpPr>
        <p:spPr>
          <a:xfrm>
            <a:off x="4949687" y="1846263"/>
            <a:ext cx="0" cy="2922524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8592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A2562-C500-B1C9-6E3A-9F2783618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E86AF-4D53-9FB8-BF60-ED5C21E7F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1.Data Analysis:</a:t>
            </a:r>
          </a:p>
          <a:p>
            <a:pPr marL="436608" lvl="1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products at risk of going out of stock. </a:t>
            </a:r>
          </a:p>
          <a:p>
            <a:pPr marL="436608" lvl="1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sales trends per store/product. </a:t>
            </a:r>
          </a:p>
          <a:p>
            <a:pPr marL="436608" lvl="1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effect of promotions, discounts, holidays.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Data Preprocessing:</a:t>
            </a:r>
          </a:p>
          <a:p>
            <a:pPr lvl="1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(e.g., average daily sales, stock levels) .</a:t>
            </a:r>
          </a:p>
          <a:p>
            <a:pPr lvl="1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 missing or inconsistent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Predictive Modeling:</a:t>
            </a:r>
          </a:p>
          <a:p>
            <a:pPr lvl="1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stock-out events .</a:t>
            </a:r>
          </a:p>
          <a:p>
            <a:pPr lvl="1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 optimal stock reload times 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Visualization / Reporting: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 showing stock alerts. 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reports for managers.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13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C8F36-9738-14AA-0502-62B474ADA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F2971B-F37F-F308-8F58-89318615E1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06611" y="2010244"/>
            <a:ext cx="5990743" cy="128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loaded and stored retail sales and inventory data.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ready for stock-out prediction and optimization.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Next: analyze trends and build AI models.</a:t>
            </a:r>
          </a:p>
        </p:txBody>
      </p:sp>
    </p:spTree>
    <p:extLst>
      <p:ext uri="{BB962C8B-B14F-4D97-AF65-F5344CB8AC3E}">
        <p14:creationId xmlns:p14="http://schemas.microsoft.com/office/powerpoint/2010/main" val="211595819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39</TotalTime>
  <Words>408</Words>
  <Application>Microsoft Office PowerPoint</Application>
  <PresentationFormat>Widescreen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Retrospect</vt:lpstr>
      <vt:lpstr>SmartStock Inventory Optimization for Retail Stores</vt:lpstr>
      <vt:lpstr>Project Goal and Objectives</vt:lpstr>
      <vt:lpstr>Dataset</vt:lpstr>
      <vt:lpstr>Libraries  Used</vt:lpstr>
      <vt:lpstr>Steps Completed</vt:lpstr>
      <vt:lpstr>Challenges &amp; Solutions</vt:lpstr>
      <vt:lpstr>Next Steps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bhakthispgowda13@gmail.com</dc:creator>
  <cp:lastModifiedBy>bhakthispgowda13@gmail.com</cp:lastModifiedBy>
  <cp:revision>1</cp:revision>
  <dcterms:created xsi:type="dcterms:W3CDTF">2025-11-20T12:29:09Z</dcterms:created>
  <dcterms:modified xsi:type="dcterms:W3CDTF">2025-11-20T13:09:08Z</dcterms:modified>
</cp:coreProperties>
</file>