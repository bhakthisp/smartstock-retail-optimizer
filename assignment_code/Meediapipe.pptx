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57" r:id="rId3"/>
    <p:sldId id="258" r:id="rId4"/>
    <p:sldId id="259" r:id="rId5"/>
    <p:sldId id="260" r:id="rId6"/>
    <p:sldId id="266" r:id="rId7"/>
    <p:sldId id="262" r:id="rId8"/>
    <p:sldId id="263" r:id="rId9"/>
    <p:sldId id="270" r:id="rId10"/>
    <p:sldId id="265" r:id="rId11"/>
    <p:sldId id="267" r:id="rId12"/>
    <p:sldId id="27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D047"/>
    <a:srgbClr val="0113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5F3023-7BA1-4547-BBE9-5225C3486A13}" v="300" dt="2026-01-07T19:19:07.1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79" autoAdjust="0"/>
    <p:restoredTop sz="94660"/>
  </p:normalViewPr>
  <p:slideViewPr>
    <p:cSldViewPr snapToGrid="0">
      <p:cViewPr>
        <p:scale>
          <a:sx n="75" d="100"/>
          <a:sy n="75" d="100"/>
        </p:scale>
        <p:origin x="120" y="5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kthi .S.P" userId="b771dd94c37c82dc" providerId="LiveId" clId="{24825470-949D-4095-A001-80D65434F61C}"/>
    <pc:docChg chg="undo redo custSel delSld modSld sldOrd">
      <pc:chgData name="Bhakthi .S.P" userId="b771dd94c37c82dc" providerId="LiveId" clId="{24825470-949D-4095-A001-80D65434F61C}" dt="2026-01-07T19:20:02.327" v="1773" actId="47"/>
      <pc:docMkLst>
        <pc:docMk/>
      </pc:docMkLst>
      <pc:sldChg chg="modSp mod modAnim">
        <pc:chgData name="Bhakthi .S.P" userId="b771dd94c37c82dc" providerId="LiveId" clId="{24825470-949D-4095-A001-80D65434F61C}" dt="2026-01-07T17:23:20.151" v="939"/>
        <pc:sldMkLst>
          <pc:docMk/>
          <pc:sldMk cId="3383020720" sldId="257"/>
        </pc:sldMkLst>
        <pc:spChg chg="mod">
          <ac:chgData name="Bhakthi .S.P" userId="b771dd94c37c82dc" providerId="LiveId" clId="{24825470-949D-4095-A001-80D65434F61C}" dt="2026-01-06T14:38:30.510" v="259" actId="12"/>
          <ac:spMkLst>
            <pc:docMk/>
            <pc:sldMk cId="3383020720" sldId="257"/>
            <ac:spMk id="11" creationId="{DF14380E-6D3B-4CB5-DEF2-5C3BBBBC1B06}"/>
          </ac:spMkLst>
        </pc:spChg>
        <pc:spChg chg="mod">
          <ac:chgData name="Bhakthi .S.P" userId="b771dd94c37c82dc" providerId="LiveId" clId="{24825470-949D-4095-A001-80D65434F61C}" dt="2026-01-06T14:32:54.974" v="200"/>
          <ac:spMkLst>
            <pc:docMk/>
            <pc:sldMk cId="3383020720" sldId="257"/>
            <ac:spMk id="13" creationId="{BDD0DDA6-CCCF-6464-D209-4134EECB3198}"/>
          </ac:spMkLst>
        </pc:spChg>
        <pc:spChg chg="mod">
          <ac:chgData name="Bhakthi .S.P" userId="b771dd94c37c82dc" providerId="LiveId" clId="{24825470-949D-4095-A001-80D65434F61C}" dt="2026-01-07T16:43:18.252" v="632" actId="123"/>
          <ac:spMkLst>
            <pc:docMk/>
            <pc:sldMk cId="3383020720" sldId="257"/>
            <ac:spMk id="15" creationId="{ED834BBD-A295-C05D-E051-2A8CDD9F6CC7}"/>
          </ac:spMkLst>
        </pc:spChg>
        <pc:spChg chg="mod">
          <ac:chgData name="Bhakthi .S.P" userId="b771dd94c37c82dc" providerId="LiveId" clId="{24825470-949D-4095-A001-80D65434F61C}" dt="2026-01-06T14:37:52.690" v="253"/>
          <ac:spMkLst>
            <pc:docMk/>
            <pc:sldMk cId="3383020720" sldId="257"/>
            <ac:spMk id="18" creationId="{AC7D09F2-52AA-49CF-3B88-621738CAC7BE}"/>
          </ac:spMkLst>
        </pc:spChg>
        <pc:grpChg chg="mod">
          <ac:chgData name="Bhakthi .S.P" userId="b771dd94c37c82dc" providerId="LiveId" clId="{24825470-949D-4095-A001-80D65434F61C}" dt="2026-01-06T14:37:52.690" v="253"/>
          <ac:grpSpMkLst>
            <pc:docMk/>
            <pc:sldMk cId="3383020720" sldId="257"/>
            <ac:grpSpMk id="19" creationId="{F4EE4796-22E4-0CA2-5671-AB84D7A5D6A9}"/>
          </ac:grpSpMkLst>
        </pc:grpChg>
        <pc:grpChg chg="mod">
          <ac:chgData name="Bhakthi .S.P" userId="b771dd94c37c82dc" providerId="LiveId" clId="{24825470-949D-4095-A001-80D65434F61C}" dt="2026-01-06T14:35:04.929" v="207" actId="1076"/>
          <ac:grpSpMkLst>
            <pc:docMk/>
            <pc:sldMk cId="3383020720" sldId="257"/>
            <ac:grpSpMk id="20" creationId="{BE654533-C497-B73D-E7D1-04EBB600716D}"/>
          </ac:grpSpMkLst>
        </pc:grpChg>
        <pc:grpChg chg="mod">
          <ac:chgData name="Bhakthi .S.P" userId="b771dd94c37c82dc" providerId="LiveId" clId="{24825470-949D-4095-A001-80D65434F61C}" dt="2026-01-06T14:37:52.690" v="253"/>
          <ac:grpSpMkLst>
            <pc:docMk/>
            <pc:sldMk cId="3383020720" sldId="257"/>
            <ac:grpSpMk id="21" creationId="{C8712A5A-B4D2-8B61-4D93-10832F7CFFF4}"/>
          </ac:grpSpMkLst>
        </pc:grpChg>
        <pc:picChg chg="mod">
          <ac:chgData name="Bhakthi .S.P" userId="b771dd94c37c82dc" providerId="LiveId" clId="{24825470-949D-4095-A001-80D65434F61C}" dt="2026-01-06T14:37:52.690" v="253"/>
          <ac:picMkLst>
            <pc:docMk/>
            <pc:sldMk cId="3383020720" sldId="257"/>
            <ac:picMk id="1028" creationId="{8B822D7B-908C-356C-D84F-ADFD46283405}"/>
          </ac:picMkLst>
        </pc:picChg>
      </pc:sldChg>
      <pc:sldChg chg="addSp delSp modSp mod modAnim">
        <pc:chgData name="Bhakthi .S.P" userId="b771dd94c37c82dc" providerId="LiveId" clId="{24825470-949D-4095-A001-80D65434F61C}" dt="2026-01-07T17:24:36.870" v="947"/>
        <pc:sldMkLst>
          <pc:docMk/>
          <pc:sldMk cId="3860349436" sldId="258"/>
        </pc:sldMkLst>
        <pc:spChg chg="add mod">
          <ac:chgData name="Bhakthi .S.P" userId="b771dd94c37c82dc" providerId="LiveId" clId="{24825470-949D-4095-A001-80D65434F61C}" dt="2026-01-07T17:24:19.032" v="945" actId="1076"/>
          <ac:spMkLst>
            <pc:docMk/>
            <pc:sldMk cId="3860349436" sldId="258"/>
            <ac:spMk id="2" creationId="{6BCAFB63-8587-D42B-C0AE-4325C27672D2}"/>
          </ac:spMkLst>
        </pc:spChg>
        <pc:spChg chg="mod">
          <ac:chgData name="Bhakthi .S.P" userId="b771dd94c37c82dc" providerId="LiveId" clId="{24825470-949D-4095-A001-80D65434F61C}" dt="2026-01-07T17:24:23.091" v="946" actId="20577"/>
          <ac:spMkLst>
            <pc:docMk/>
            <pc:sldMk cId="3860349436" sldId="258"/>
            <ac:spMk id="7" creationId="{4B76DA2F-779A-6F70-3911-48228161D932}"/>
          </ac:spMkLst>
        </pc:spChg>
        <pc:spChg chg="mod">
          <ac:chgData name="Bhakthi .S.P" userId="b771dd94c37c82dc" providerId="LiveId" clId="{24825470-949D-4095-A001-80D65434F61C}" dt="2026-01-06T14:41:20.919" v="275" actId="255"/>
          <ac:spMkLst>
            <pc:docMk/>
            <pc:sldMk cId="3860349436" sldId="258"/>
            <ac:spMk id="9" creationId="{7D42F65B-7398-3463-9C4B-62C187C5EAC5}"/>
          </ac:spMkLst>
        </pc:spChg>
        <pc:spChg chg="del mod">
          <ac:chgData name="Bhakthi .S.P" userId="b771dd94c37c82dc" providerId="LiveId" clId="{24825470-949D-4095-A001-80D65434F61C}" dt="2026-01-06T14:37:01.307" v="252"/>
          <ac:spMkLst>
            <pc:docMk/>
            <pc:sldMk cId="3860349436" sldId="258"/>
            <ac:spMk id="16" creationId="{D196BCB7-5EE0-D0D5-A559-ED28BF20DC0C}"/>
          </ac:spMkLst>
        </pc:spChg>
      </pc:sldChg>
      <pc:sldChg chg="addSp delSp modSp mod">
        <pc:chgData name="Bhakthi .S.P" userId="b771dd94c37c82dc" providerId="LiveId" clId="{24825470-949D-4095-A001-80D65434F61C}" dt="2026-01-07T16:43:02.985" v="631" actId="123"/>
        <pc:sldMkLst>
          <pc:docMk/>
          <pc:sldMk cId="2434962799" sldId="259"/>
        </pc:sldMkLst>
        <pc:spChg chg="add del mod">
          <ac:chgData name="Bhakthi .S.P" userId="b771dd94c37c82dc" providerId="LiveId" clId="{24825470-949D-4095-A001-80D65434F61C}" dt="2026-01-06T15:49:02.916" v="338" actId="22"/>
          <ac:spMkLst>
            <pc:docMk/>
            <pc:sldMk cId="2434962799" sldId="259"/>
            <ac:spMk id="3" creationId="{D5563F92-B963-D0B1-87FE-8655A2917C0B}"/>
          </ac:spMkLst>
        </pc:spChg>
        <pc:spChg chg="add mod">
          <ac:chgData name="Bhakthi .S.P" userId="b771dd94c37c82dc" providerId="LiveId" clId="{24825470-949D-4095-A001-80D65434F61C}" dt="2026-01-07T16:26:44.464" v="545" actId="1076"/>
          <ac:spMkLst>
            <pc:docMk/>
            <pc:sldMk cId="2434962799" sldId="259"/>
            <ac:spMk id="4" creationId="{9FA050E7-62D4-EFA7-7613-46F396460D2F}"/>
          </ac:spMkLst>
        </pc:spChg>
        <pc:spChg chg="mod">
          <ac:chgData name="Bhakthi .S.P" userId="b771dd94c37c82dc" providerId="LiveId" clId="{24825470-949D-4095-A001-80D65434F61C}" dt="2026-01-06T15:44:42.365" v="307" actId="14100"/>
          <ac:spMkLst>
            <pc:docMk/>
            <pc:sldMk cId="2434962799" sldId="259"/>
            <ac:spMk id="5" creationId="{DAB1F616-FAF0-C17D-7FE6-F232A4218916}"/>
          </ac:spMkLst>
        </pc:spChg>
        <pc:spChg chg="add del">
          <ac:chgData name="Bhakthi .S.P" userId="b771dd94c37c82dc" providerId="LiveId" clId="{24825470-949D-4095-A001-80D65434F61C}" dt="2026-01-06T15:47:41.095" v="334" actId="22"/>
          <ac:spMkLst>
            <pc:docMk/>
            <pc:sldMk cId="2434962799" sldId="259"/>
            <ac:spMk id="6" creationId="{D66AA2A6-7074-80D7-1E28-25EFCDA8699F}"/>
          </ac:spMkLst>
        </pc:spChg>
        <pc:spChg chg="add mod">
          <ac:chgData name="Bhakthi .S.P" userId="b771dd94c37c82dc" providerId="LiveId" clId="{24825470-949D-4095-A001-80D65434F61C}" dt="2026-01-07T16:07:52.109" v="413" actId="1076"/>
          <ac:spMkLst>
            <pc:docMk/>
            <pc:sldMk cId="2434962799" sldId="259"/>
            <ac:spMk id="7" creationId="{8DE353A6-0FCB-2861-23EF-05CB95A38E4B}"/>
          </ac:spMkLst>
        </pc:spChg>
        <pc:spChg chg="mod">
          <ac:chgData name="Bhakthi .S.P" userId="b771dd94c37c82dc" providerId="LiveId" clId="{24825470-949D-4095-A001-80D65434F61C}" dt="2026-01-07T16:14:12.360" v="481"/>
          <ac:spMkLst>
            <pc:docMk/>
            <pc:sldMk cId="2434962799" sldId="259"/>
            <ac:spMk id="9" creationId="{67EBCF4F-6418-888B-23FD-F845AC7A5EC2}"/>
          </ac:spMkLst>
        </pc:spChg>
        <pc:spChg chg="mod">
          <ac:chgData name="Bhakthi .S.P" userId="b771dd94c37c82dc" providerId="LiveId" clId="{24825470-949D-4095-A001-80D65434F61C}" dt="2026-01-07T16:41:40.582" v="622" actId="20577"/>
          <ac:spMkLst>
            <pc:docMk/>
            <pc:sldMk cId="2434962799" sldId="259"/>
            <ac:spMk id="11" creationId="{4D3708D0-1E14-501C-6954-D1670EA0E00D}"/>
          </ac:spMkLst>
        </pc:spChg>
        <pc:spChg chg="mod">
          <ac:chgData name="Bhakthi .S.P" userId="b771dd94c37c82dc" providerId="LiveId" clId="{24825470-949D-4095-A001-80D65434F61C}" dt="2026-01-07T16:41:52.428" v="624" actId="120"/>
          <ac:spMkLst>
            <pc:docMk/>
            <pc:sldMk cId="2434962799" sldId="259"/>
            <ac:spMk id="12" creationId="{49757EC8-63C5-42E0-DDE4-79783070A865}"/>
          </ac:spMkLst>
        </pc:spChg>
        <pc:spChg chg="mod">
          <ac:chgData name="Bhakthi .S.P" userId="b771dd94c37c82dc" providerId="LiveId" clId="{24825470-949D-4095-A001-80D65434F61C}" dt="2026-01-07T16:42:42.935" v="630" actId="20577"/>
          <ac:spMkLst>
            <pc:docMk/>
            <pc:sldMk cId="2434962799" sldId="259"/>
            <ac:spMk id="13" creationId="{126DB056-BD7F-0497-8DF1-B02B98FB4EAA}"/>
          </ac:spMkLst>
        </pc:spChg>
        <pc:spChg chg="mod">
          <ac:chgData name="Bhakthi .S.P" userId="b771dd94c37c82dc" providerId="LiveId" clId="{24825470-949D-4095-A001-80D65434F61C}" dt="2026-01-07T16:43:02.985" v="631" actId="123"/>
          <ac:spMkLst>
            <pc:docMk/>
            <pc:sldMk cId="2434962799" sldId="259"/>
            <ac:spMk id="14" creationId="{2C5F81C8-907A-1292-09A7-8A28F3F8046B}"/>
          </ac:spMkLst>
        </pc:spChg>
        <pc:spChg chg="mod">
          <ac:chgData name="Bhakthi .S.P" userId="b771dd94c37c82dc" providerId="LiveId" clId="{24825470-949D-4095-A001-80D65434F61C}" dt="2026-01-07T16:14:12.360" v="481"/>
          <ac:spMkLst>
            <pc:docMk/>
            <pc:sldMk cId="2434962799" sldId="259"/>
            <ac:spMk id="15" creationId="{762E8EBB-0E23-B7CA-CBFC-D576FBBBF346}"/>
          </ac:spMkLst>
        </pc:spChg>
        <pc:spChg chg="mod">
          <ac:chgData name="Bhakthi .S.P" userId="b771dd94c37c82dc" providerId="LiveId" clId="{24825470-949D-4095-A001-80D65434F61C}" dt="2026-01-07T16:14:12.360" v="481"/>
          <ac:spMkLst>
            <pc:docMk/>
            <pc:sldMk cId="2434962799" sldId="259"/>
            <ac:spMk id="16" creationId="{FA7E44FE-6576-976A-4FFA-0B6B94CAF327}"/>
          </ac:spMkLst>
        </pc:spChg>
        <pc:spChg chg="mod">
          <ac:chgData name="Bhakthi .S.P" userId="b771dd94c37c82dc" providerId="LiveId" clId="{24825470-949D-4095-A001-80D65434F61C}" dt="2026-01-07T16:14:12.360" v="481"/>
          <ac:spMkLst>
            <pc:docMk/>
            <pc:sldMk cId="2434962799" sldId="259"/>
            <ac:spMk id="17" creationId="{FC554A52-ED6C-7F50-A635-32D15C6774E7}"/>
          </ac:spMkLst>
        </pc:spChg>
        <pc:spChg chg="mod">
          <ac:chgData name="Bhakthi .S.P" userId="b771dd94c37c82dc" providerId="LiveId" clId="{24825470-949D-4095-A001-80D65434F61C}" dt="2026-01-07T16:14:12.360" v="481"/>
          <ac:spMkLst>
            <pc:docMk/>
            <pc:sldMk cId="2434962799" sldId="259"/>
            <ac:spMk id="18" creationId="{BE868514-02AD-230A-8BC3-8FF31776A820}"/>
          </ac:spMkLst>
        </pc:spChg>
        <pc:spChg chg="add mod">
          <ac:chgData name="Bhakthi .S.P" userId="b771dd94c37c82dc" providerId="LiveId" clId="{24825470-949D-4095-A001-80D65434F61C}" dt="2026-01-07T16:26:15.656" v="541"/>
          <ac:spMkLst>
            <pc:docMk/>
            <pc:sldMk cId="2434962799" sldId="259"/>
            <ac:spMk id="21" creationId="{DB5008E2-AD36-40BE-FB47-53720B1CF945}"/>
          </ac:spMkLst>
        </pc:spChg>
        <pc:spChg chg="add mod">
          <ac:chgData name="Bhakthi .S.P" userId="b771dd94c37c82dc" providerId="LiveId" clId="{24825470-949D-4095-A001-80D65434F61C}" dt="2026-01-07T16:26:21.472" v="542"/>
          <ac:spMkLst>
            <pc:docMk/>
            <pc:sldMk cId="2434962799" sldId="259"/>
            <ac:spMk id="22" creationId="{4C60E732-44BF-5935-B9CB-811D2BD66350}"/>
          </ac:spMkLst>
        </pc:spChg>
        <pc:spChg chg="add mod">
          <ac:chgData name="Bhakthi .S.P" userId="b771dd94c37c82dc" providerId="LiveId" clId="{24825470-949D-4095-A001-80D65434F61C}" dt="2026-01-07T16:26:49.097" v="546" actId="1076"/>
          <ac:spMkLst>
            <pc:docMk/>
            <pc:sldMk cId="2434962799" sldId="259"/>
            <ac:spMk id="23" creationId="{D393F08B-9F5B-A5E0-5E33-038FF5ED1E2E}"/>
          </ac:spMkLst>
        </pc:spChg>
        <pc:spChg chg="add mod">
          <ac:chgData name="Bhakthi .S.P" userId="b771dd94c37c82dc" providerId="LiveId" clId="{24825470-949D-4095-A001-80D65434F61C}" dt="2026-01-07T16:30:34.701" v="577" actId="1076"/>
          <ac:spMkLst>
            <pc:docMk/>
            <pc:sldMk cId="2434962799" sldId="259"/>
            <ac:spMk id="28" creationId="{AB9FE8A7-D46D-D51C-11FF-B5004F0F0E57}"/>
          </ac:spMkLst>
        </pc:spChg>
        <pc:grpChg chg="mod">
          <ac:chgData name="Bhakthi .S.P" userId="b771dd94c37c82dc" providerId="LiveId" clId="{24825470-949D-4095-A001-80D65434F61C}" dt="2026-01-07T16:14:12.360" v="481"/>
          <ac:grpSpMkLst>
            <pc:docMk/>
            <pc:sldMk cId="2434962799" sldId="259"/>
            <ac:grpSpMk id="19" creationId="{71EFF38A-AD86-3CE7-9A62-97E55E10D61D}"/>
          </ac:grpSpMkLst>
        </pc:grpChg>
        <pc:grpChg chg="del">
          <ac:chgData name="Bhakthi .S.P" userId="b771dd94c37c82dc" providerId="LiveId" clId="{24825470-949D-4095-A001-80D65434F61C}" dt="2026-01-06T15:43:58.002" v="297" actId="478"/>
          <ac:grpSpMkLst>
            <pc:docMk/>
            <pc:sldMk cId="2434962799" sldId="259"/>
            <ac:grpSpMk id="20" creationId="{6F6D9196-F2DF-7990-E4A5-92EBFF241F85}"/>
          </ac:grpSpMkLst>
        </pc:grpChg>
        <pc:picChg chg="add del mod modCrop">
          <ac:chgData name="Bhakthi .S.P" userId="b771dd94c37c82dc" providerId="LiveId" clId="{24825470-949D-4095-A001-80D65434F61C}" dt="2026-01-07T16:24:49.675" v="529" actId="478"/>
          <ac:picMkLst>
            <pc:docMk/>
            <pc:sldMk cId="2434962799" sldId="259"/>
            <ac:picMk id="3" creationId="{3FF52DF6-57F2-BD55-648E-7AA063BC7744}"/>
          </ac:picMkLst>
        </pc:picChg>
        <pc:picChg chg="add mod modCrop">
          <ac:chgData name="Bhakthi .S.P" userId="b771dd94c37c82dc" providerId="LiveId" clId="{24825470-949D-4095-A001-80D65434F61C}" dt="2026-01-07T16:24:39.487" v="528" actId="1076"/>
          <ac:picMkLst>
            <pc:docMk/>
            <pc:sldMk cId="2434962799" sldId="259"/>
            <ac:picMk id="8" creationId="{8CE64C5E-7968-9968-E4E4-C629DAE11247}"/>
          </ac:picMkLst>
        </pc:picChg>
        <pc:picChg chg="add mod modCrop">
          <ac:chgData name="Bhakthi .S.P" userId="b771dd94c37c82dc" providerId="LiveId" clId="{24825470-949D-4095-A001-80D65434F61C}" dt="2026-01-07T16:26:03.858" v="540" actId="14100"/>
          <ac:picMkLst>
            <pc:docMk/>
            <pc:sldMk cId="2434962799" sldId="259"/>
            <ac:picMk id="20" creationId="{CFA3F5C0-62BE-1DF7-E5C3-CCA21B9627DC}"/>
          </ac:picMkLst>
        </pc:picChg>
        <pc:picChg chg="add mod modCrop">
          <ac:chgData name="Bhakthi .S.P" userId="b771dd94c37c82dc" providerId="LiveId" clId="{24825470-949D-4095-A001-80D65434F61C}" dt="2026-01-07T16:29:14.537" v="565" actId="732"/>
          <ac:picMkLst>
            <pc:docMk/>
            <pc:sldMk cId="2434962799" sldId="259"/>
            <ac:picMk id="25" creationId="{BD9DCAFE-1EF8-F73D-21CF-3DACA89B1A72}"/>
          </ac:picMkLst>
        </pc:picChg>
        <pc:picChg chg="add mod modCrop">
          <ac:chgData name="Bhakthi .S.P" userId="b771dd94c37c82dc" providerId="LiveId" clId="{24825470-949D-4095-A001-80D65434F61C}" dt="2026-01-07T16:30:20.587" v="575" actId="1076"/>
          <ac:picMkLst>
            <pc:docMk/>
            <pc:sldMk cId="2434962799" sldId="259"/>
            <ac:picMk id="27" creationId="{4BEE08E5-F319-E45B-3D2E-9A767B706C00}"/>
          </ac:picMkLst>
        </pc:picChg>
        <pc:picChg chg="del mod">
          <ac:chgData name="Bhakthi .S.P" userId="b771dd94c37c82dc" providerId="LiveId" clId="{24825470-949D-4095-A001-80D65434F61C}" dt="2026-01-06T15:43:55.255" v="296" actId="478"/>
          <ac:picMkLst>
            <pc:docMk/>
            <pc:sldMk cId="2434962799" sldId="259"/>
            <ac:picMk id="3076" creationId="{36BAEF57-5B08-1E92-4506-1D5656FB5ADB}"/>
          </ac:picMkLst>
        </pc:picChg>
      </pc:sldChg>
      <pc:sldChg chg="addSp delSp modSp mod ord">
        <pc:chgData name="Bhakthi .S.P" userId="b771dd94c37c82dc" providerId="LiveId" clId="{24825470-949D-4095-A001-80D65434F61C}" dt="2026-01-07T18:28:23.537" v="1329" actId="13822"/>
        <pc:sldMkLst>
          <pc:docMk/>
          <pc:sldMk cId="2640047715" sldId="260"/>
        </pc:sldMkLst>
        <pc:spChg chg="mod">
          <ac:chgData name="Bhakthi .S.P" userId="b771dd94c37c82dc" providerId="LiveId" clId="{24825470-949D-4095-A001-80D65434F61C}" dt="2026-01-07T16:47:49.931" v="651" actId="14100"/>
          <ac:spMkLst>
            <pc:docMk/>
            <pc:sldMk cId="2640047715" sldId="260"/>
            <ac:spMk id="2" creationId="{38DA3384-2A4C-C2E8-D7CD-E2B34637C25A}"/>
          </ac:spMkLst>
        </pc:spChg>
        <pc:spChg chg="mod">
          <ac:chgData name="Bhakthi .S.P" userId="b771dd94c37c82dc" providerId="LiveId" clId="{24825470-949D-4095-A001-80D65434F61C}" dt="2026-01-07T17:03:59.296" v="875" actId="20577"/>
          <ac:spMkLst>
            <pc:docMk/>
            <pc:sldMk cId="2640047715" sldId="260"/>
            <ac:spMk id="4" creationId="{CA56461D-8BFA-A4AC-CC58-62A80693F7D5}"/>
          </ac:spMkLst>
        </pc:spChg>
        <pc:spChg chg="mod">
          <ac:chgData name="Bhakthi .S.P" userId="b771dd94c37c82dc" providerId="LiveId" clId="{24825470-949D-4095-A001-80D65434F61C}" dt="2026-01-07T17:03:36.749" v="869"/>
          <ac:spMkLst>
            <pc:docMk/>
            <pc:sldMk cId="2640047715" sldId="260"/>
            <ac:spMk id="6" creationId="{2111A5DE-D02A-006A-BF9B-2DE91184AAD6}"/>
          </ac:spMkLst>
        </pc:spChg>
        <pc:spChg chg="del">
          <ac:chgData name="Bhakthi .S.P" userId="b771dd94c37c82dc" providerId="LiveId" clId="{24825470-949D-4095-A001-80D65434F61C}" dt="2026-01-07T16:35:49.461" v="584" actId="478"/>
          <ac:spMkLst>
            <pc:docMk/>
            <pc:sldMk cId="2640047715" sldId="260"/>
            <ac:spMk id="7" creationId="{D7B921D0-9D23-8DE9-61DF-4A189E54B5CD}"/>
          </ac:spMkLst>
        </pc:spChg>
        <pc:spChg chg="add mod">
          <ac:chgData name="Bhakthi .S.P" userId="b771dd94c37c82dc" providerId="LiveId" clId="{24825470-949D-4095-A001-80D65434F61C}" dt="2026-01-07T16:58:36.586" v="795" actId="767"/>
          <ac:spMkLst>
            <pc:docMk/>
            <pc:sldMk cId="2640047715" sldId="260"/>
            <ac:spMk id="8" creationId="{736BE0E8-7137-B4F1-90DE-DADB7ED60C1B}"/>
          </ac:spMkLst>
        </pc:spChg>
        <pc:spChg chg="add mod">
          <ac:chgData name="Bhakthi .S.P" userId="b771dd94c37c82dc" providerId="LiveId" clId="{24825470-949D-4095-A001-80D65434F61C}" dt="2026-01-07T17:04:20.512" v="877" actId="1076"/>
          <ac:spMkLst>
            <pc:docMk/>
            <pc:sldMk cId="2640047715" sldId="260"/>
            <ac:spMk id="9" creationId="{287B195B-679C-3F2A-48BE-2369EFD412E3}"/>
          </ac:spMkLst>
        </pc:spChg>
        <pc:spChg chg="add del mod">
          <ac:chgData name="Bhakthi .S.P" userId="b771dd94c37c82dc" providerId="LiveId" clId="{24825470-949D-4095-A001-80D65434F61C}" dt="2026-01-07T17:06:02.564" v="879"/>
          <ac:spMkLst>
            <pc:docMk/>
            <pc:sldMk cId="2640047715" sldId="260"/>
            <ac:spMk id="10" creationId="{5175E1F2-A4AA-05AE-6107-71A0263A3CE6}"/>
          </ac:spMkLst>
        </pc:spChg>
        <pc:grpChg chg="mod">
          <ac:chgData name="Bhakthi .S.P" userId="b771dd94c37c82dc" providerId="LiveId" clId="{24825470-949D-4095-A001-80D65434F61C}" dt="2026-01-07T17:03:36.749" v="869"/>
          <ac:grpSpMkLst>
            <pc:docMk/>
            <pc:sldMk cId="2640047715" sldId="260"/>
            <ac:grpSpMk id="11" creationId="{22C3D169-3CC8-76B5-7131-BC3C75444B1B}"/>
          </ac:grpSpMkLst>
        </pc:grpChg>
        <pc:picChg chg="add mod modCrop">
          <ac:chgData name="Bhakthi .S.P" userId="b771dd94c37c82dc" providerId="LiveId" clId="{24825470-949D-4095-A001-80D65434F61C}" dt="2026-01-07T16:48:03.500" v="653" actId="14100"/>
          <ac:picMkLst>
            <pc:docMk/>
            <pc:sldMk cId="2640047715" sldId="260"/>
            <ac:picMk id="5" creationId="{45C529CA-F7B4-D4CE-9139-FABA4C3F7EE0}"/>
          </ac:picMkLst>
        </pc:picChg>
        <pc:picChg chg="del">
          <ac:chgData name="Bhakthi .S.P" userId="b771dd94c37c82dc" providerId="LiveId" clId="{24825470-949D-4095-A001-80D65434F61C}" dt="2026-01-07T16:35:44.767" v="583" actId="478"/>
          <ac:picMkLst>
            <pc:docMk/>
            <pc:sldMk cId="2640047715" sldId="260"/>
            <ac:picMk id="4098" creationId="{D044B16A-758B-CCCA-41CA-110F027FD2D0}"/>
          </ac:picMkLst>
        </pc:picChg>
        <pc:cxnChg chg="add mod">
          <ac:chgData name="Bhakthi .S.P" userId="b771dd94c37c82dc" providerId="LiveId" clId="{24825470-949D-4095-A001-80D65434F61C}" dt="2026-01-07T18:28:23.537" v="1329" actId="13822"/>
          <ac:cxnSpMkLst>
            <pc:docMk/>
            <pc:sldMk cId="2640047715" sldId="260"/>
            <ac:cxnSpMk id="13" creationId="{1E2C0B7D-BAFD-5400-6B56-7AA49A48019F}"/>
          </ac:cxnSpMkLst>
        </pc:cxnChg>
      </pc:sldChg>
      <pc:sldChg chg="delSp modSp del mod ord">
        <pc:chgData name="Bhakthi .S.P" userId="b771dd94c37c82dc" providerId="LiveId" clId="{24825470-949D-4095-A001-80D65434F61C}" dt="2026-01-07T19:19:52.448" v="1765" actId="47"/>
        <pc:sldMkLst>
          <pc:docMk/>
          <pc:sldMk cId="4205979273" sldId="261"/>
        </pc:sldMkLst>
        <pc:spChg chg="del">
          <ac:chgData name="Bhakthi .S.P" userId="b771dd94c37c82dc" providerId="LiveId" clId="{24825470-949D-4095-A001-80D65434F61C}" dt="2026-01-07T16:32:32.352" v="578" actId="478"/>
          <ac:spMkLst>
            <pc:docMk/>
            <pc:sldMk cId="4205979273" sldId="261"/>
            <ac:spMk id="5" creationId="{27AFFE76-DFC4-4219-93DB-237456AA82E9}"/>
          </ac:spMkLst>
        </pc:spChg>
        <pc:grpChg chg="mod">
          <ac:chgData name="Bhakthi .S.P" userId="b771dd94c37c82dc" providerId="LiveId" clId="{24825470-949D-4095-A001-80D65434F61C}" dt="2026-01-07T16:32:41.098" v="579" actId="1076"/>
          <ac:grpSpMkLst>
            <pc:docMk/>
            <pc:sldMk cId="4205979273" sldId="261"/>
            <ac:grpSpMk id="3" creationId="{D720F693-4F72-9A19-CE19-58DA775DAC4F}"/>
          </ac:grpSpMkLst>
        </pc:grpChg>
      </pc:sldChg>
      <pc:sldChg chg="addSp delSp modSp mod ord modAnim">
        <pc:chgData name="Bhakthi .S.P" userId="b771dd94c37c82dc" providerId="LiveId" clId="{24825470-949D-4095-A001-80D65434F61C}" dt="2026-01-07T18:07:17.527" v="1169" actId="20577"/>
        <pc:sldMkLst>
          <pc:docMk/>
          <pc:sldMk cId="2706125582" sldId="262"/>
        </pc:sldMkLst>
        <pc:spChg chg="mod">
          <ac:chgData name="Bhakthi .S.P" userId="b771dd94c37c82dc" providerId="LiveId" clId="{24825470-949D-4095-A001-80D65434F61C}" dt="2026-01-07T17:46:13.642" v="1103" actId="1076"/>
          <ac:spMkLst>
            <pc:docMk/>
            <pc:sldMk cId="2706125582" sldId="262"/>
            <ac:spMk id="2" creationId="{98736EC8-61C4-C6D3-7498-D8561D891BC6}"/>
          </ac:spMkLst>
        </pc:spChg>
        <pc:spChg chg="add mod">
          <ac:chgData name="Bhakthi .S.P" userId="b771dd94c37c82dc" providerId="LiveId" clId="{24825470-949D-4095-A001-80D65434F61C}" dt="2026-01-07T18:07:15.885" v="1168" actId="20577"/>
          <ac:spMkLst>
            <pc:docMk/>
            <pc:sldMk cId="2706125582" sldId="262"/>
            <ac:spMk id="3" creationId="{13655A1F-AD74-F099-E421-1A37C9C29392}"/>
          </ac:spMkLst>
        </pc:spChg>
        <pc:spChg chg="mod">
          <ac:chgData name="Bhakthi .S.P" userId="b771dd94c37c82dc" providerId="LiveId" clId="{24825470-949D-4095-A001-80D65434F61C}" dt="2026-01-07T18:05:21.865" v="1155" actId="255"/>
          <ac:spMkLst>
            <pc:docMk/>
            <pc:sldMk cId="2706125582" sldId="262"/>
            <ac:spMk id="4" creationId="{2A4EDC3A-CF58-503E-D6B5-0E809B5CFF7E}"/>
          </ac:spMkLst>
        </pc:spChg>
        <pc:spChg chg="add">
          <ac:chgData name="Bhakthi .S.P" userId="b771dd94c37c82dc" providerId="LiveId" clId="{24825470-949D-4095-A001-80D65434F61C}" dt="2026-01-07T17:31:28.283" v="1009"/>
          <ac:spMkLst>
            <pc:docMk/>
            <pc:sldMk cId="2706125582" sldId="262"/>
            <ac:spMk id="5" creationId="{D76E9A66-A5BB-E96B-3DA6-ED9C45762102}"/>
          </ac:spMkLst>
        </pc:spChg>
        <pc:spChg chg="mod">
          <ac:chgData name="Bhakthi .S.P" userId="b771dd94c37c82dc" providerId="LiveId" clId="{24825470-949D-4095-A001-80D65434F61C}" dt="2026-01-07T18:04:53.913" v="1154" actId="2711"/>
          <ac:spMkLst>
            <pc:docMk/>
            <pc:sldMk cId="2706125582" sldId="262"/>
            <ac:spMk id="6" creationId="{91B324C0-1BBD-D3DA-3183-97F0155EDB32}"/>
          </ac:spMkLst>
        </pc:spChg>
        <pc:spChg chg="mod">
          <ac:chgData name="Bhakthi .S.P" userId="b771dd94c37c82dc" providerId="LiveId" clId="{24825470-949D-4095-A001-80D65434F61C}" dt="2026-01-07T18:04:53.913" v="1154" actId="2711"/>
          <ac:spMkLst>
            <pc:docMk/>
            <pc:sldMk cId="2706125582" sldId="262"/>
            <ac:spMk id="7" creationId="{DFFF9AF5-91B5-1E19-8E33-03062A5DE6B3}"/>
          </ac:spMkLst>
        </pc:spChg>
        <pc:spChg chg="add mod">
          <ac:chgData name="Bhakthi .S.P" userId="b771dd94c37c82dc" providerId="LiveId" clId="{24825470-949D-4095-A001-80D65434F61C}" dt="2026-01-07T17:31:37.319" v="1011"/>
          <ac:spMkLst>
            <pc:docMk/>
            <pc:sldMk cId="2706125582" sldId="262"/>
            <ac:spMk id="9" creationId="{A7850113-1EF6-4660-8056-4660353CD742}"/>
          </ac:spMkLst>
        </pc:spChg>
        <pc:spChg chg="add mod">
          <ac:chgData name="Bhakthi .S.P" userId="b771dd94c37c82dc" providerId="LiveId" clId="{24825470-949D-4095-A001-80D65434F61C}" dt="2026-01-07T17:32:19.096" v="1015"/>
          <ac:spMkLst>
            <pc:docMk/>
            <pc:sldMk cId="2706125582" sldId="262"/>
            <ac:spMk id="10" creationId="{00CFD833-7E56-DCBB-CCC2-BDEC28BEF7D9}"/>
          </ac:spMkLst>
        </pc:spChg>
        <pc:spChg chg="add mod">
          <ac:chgData name="Bhakthi .S.P" userId="b771dd94c37c82dc" providerId="LiveId" clId="{24825470-949D-4095-A001-80D65434F61C}" dt="2026-01-07T17:32:18.316" v="1014"/>
          <ac:spMkLst>
            <pc:docMk/>
            <pc:sldMk cId="2706125582" sldId="262"/>
            <ac:spMk id="11" creationId="{C11DEC35-A716-D105-5A0F-1E4BC579B2F2}"/>
          </ac:spMkLst>
        </pc:spChg>
        <pc:spChg chg="add del mod">
          <ac:chgData name="Bhakthi .S.P" userId="b771dd94c37c82dc" providerId="LiveId" clId="{24825470-949D-4095-A001-80D65434F61C}" dt="2026-01-07T17:33:02.217" v="1025"/>
          <ac:spMkLst>
            <pc:docMk/>
            <pc:sldMk cId="2706125582" sldId="262"/>
            <ac:spMk id="19" creationId="{90DCA98C-8752-D4B5-A5D4-B9B1EBD653D0}"/>
          </ac:spMkLst>
        </pc:spChg>
        <pc:spChg chg="add mod">
          <ac:chgData name="Bhakthi .S.P" userId="b771dd94c37c82dc" providerId="LiveId" clId="{24825470-949D-4095-A001-80D65434F61C}" dt="2026-01-07T18:06:14.542" v="1158" actId="255"/>
          <ac:spMkLst>
            <pc:docMk/>
            <pc:sldMk cId="2706125582" sldId="262"/>
            <ac:spMk id="20" creationId="{F71B7623-74C7-5EF8-305B-8EAC88AB3F08}"/>
          </ac:spMkLst>
        </pc:spChg>
        <pc:spChg chg="add mod">
          <ac:chgData name="Bhakthi .S.P" userId="b771dd94c37c82dc" providerId="LiveId" clId="{24825470-949D-4095-A001-80D65434F61C}" dt="2026-01-07T18:06:19.713" v="1159" actId="255"/>
          <ac:spMkLst>
            <pc:docMk/>
            <pc:sldMk cId="2706125582" sldId="262"/>
            <ac:spMk id="21" creationId="{7AFC3517-BCFB-FF8D-98EC-5AF57E7AB1F7}"/>
          </ac:spMkLst>
        </pc:spChg>
        <pc:grpChg chg="add del mod">
          <ac:chgData name="Bhakthi .S.P" userId="b771dd94c37c82dc" providerId="LiveId" clId="{24825470-949D-4095-A001-80D65434F61C}" dt="2026-01-07T17:41:52.543" v="1077" actId="478"/>
          <ac:grpSpMkLst>
            <pc:docMk/>
            <pc:sldMk cId="2706125582" sldId="262"/>
            <ac:grpSpMk id="8" creationId="{6F1DA409-1B43-62C1-4335-F50996815B68}"/>
          </ac:grpSpMkLst>
        </pc:grpChg>
        <pc:grpChg chg="mod">
          <ac:chgData name="Bhakthi .S.P" userId="b771dd94c37c82dc" providerId="LiveId" clId="{24825470-949D-4095-A001-80D65434F61C}" dt="2026-01-07T18:04:53.913" v="1154" actId="2711"/>
          <ac:grpSpMkLst>
            <pc:docMk/>
            <pc:sldMk cId="2706125582" sldId="262"/>
            <ac:grpSpMk id="16" creationId="{FDE64E0D-5A44-BB47-86C3-3EC767EC60FF}"/>
          </ac:grpSpMkLst>
        </pc:grpChg>
        <pc:grpChg chg="mod">
          <ac:chgData name="Bhakthi .S.P" userId="b771dd94c37c82dc" providerId="LiveId" clId="{24825470-949D-4095-A001-80D65434F61C}" dt="2026-01-07T17:57:50.760" v="1139" actId="1076"/>
          <ac:grpSpMkLst>
            <pc:docMk/>
            <pc:sldMk cId="2706125582" sldId="262"/>
            <ac:grpSpMk id="17" creationId="{D8B34F9C-0733-1068-5670-6AA7D071D933}"/>
          </ac:grpSpMkLst>
        </pc:grpChg>
        <pc:grpChg chg="mod">
          <ac:chgData name="Bhakthi .S.P" userId="b771dd94c37c82dc" providerId="LiveId" clId="{24825470-949D-4095-A001-80D65434F61C}" dt="2026-01-07T18:04:53.913" v="1154" actId="2711"/>
          <ac:grpSpMkLst>
            <pc:docMk/>
            <pc:sldMk cId="2706125582" sldId="262"/>
            <ac:grpSpMk id="18" creationId="{A586E99E-5CC8-6D91-2D69-CC3BA13E399C}"/>
          </ac:grpSpMkLst>
        </pc:grpChg>
        <pc:picChg chg="add mod">
          <ac:chgData name="Bhakthi .S.P" userId="b771dd94c37c82dc" providerId="LiveId" clId="{24825470-949D-4095-A001-80D65434F61C}" dt="2026-01-07T18:04:53.913" v="1154" actId="2711"/>
          <ac:picMkLst>
            <pc:docMk/>
            <pc:sldMk cId="2706125582" sldId="262"/>
            <ac:picMk id="23" creationId="{2533C668-F735-330B-0427-5D641D92F629}"/>
          </ac:picMkLst>
        </pc:picChg>
        <pc:picChg chg="add del mod modCrop">
          <ac:chgData name="Bhakthi .S.P" userId="b771dd94c37c82dc" providerId="LiveId" clId="{24825470-949D-4095-A001-80D65434F61C}" dt="2026-01-07T17:42:47.616" v="1085" actId="478"/>
          <ac:picMkLst>
            <pc:docMk/>
            <pc:sldMk cId="2706125582" sldId="262"/>
            <ac:picMk id="25" creationId="{E0095F3F-0480-CA50-9507-3E77D3A7843C}"/>
          </ac:picMkLst>
        </pc:picChg>
        <pc:picChg chg="add mod modCrop">
          <ac:chgData name="Bhakthi .S.P" userId="b771dd94c37c82dc" providerId="LiveId" clId="{24825470-949D-4095-A001-80D65434F61C}" dt="2026-01-07T18:04:53.913" v="1154" actId="2711"/>
          <ac:picMkLst>
            <pc:docMk/>
            <pc:sldMk cId="2706125582" sldId="262"/>
            <ac:picMk id="27" creationId="{3F47F0CE-EA98-F765-9BCC-B440CBE9CBFA}"/>
          </ac:picMkLst>
        </pc:picChg>
        <pc:picChg chg="add del mod">
          <ac:chgData name="Bhakthi .S.P" userId="b771dd94c37c82dc" providerId="LiveId" clId="{24825470-949D-4095-A001-80D65434F61C}" dt="2026-01-07T17:41:52.543" v="1077" actId="478"/>
          <ac:picMkLst>
            <pc:docMk/>
            <pc:sldMk cId="2706125582" sldId="262"/>
            <ac:picMk id="6148" creationId="{E3E5C545-2A9C-04EF-7CEC-60FAA4B2E114}"/>
          </ac:picMkLst>
        </pc:picChg>
        <pc:picChg chg="mod">
          <ac:chgData name="Bhakthi .S.P" userId="b771dd94c37c82dc" providerId="LiveId" clId="{24825470-949D-4095-A001-80D65434F61C}" dt="2026-01-07T17:46:13.642" v="1103" actId="1076"/>
          <ac:picMkLst>
            <pc:docMk/>
            <pc:sldMk cId="2706125582" sldId="262"/>
            <ac:picMk id="6150" creationId="{CFDB558E-A00C-3B1D-94C1-F01281A3ECCE}"/>
          </ac:picMkLst>
        </pc:picChg>
      </pc:sldChg>
      <pc:sldChg chg="addSp delSp modSp mod ord modAnim">
        <pc:chgData name="Bhakthi .S.P" userId="b771dd94c37c82dc" providerId="LiveId" clId="{24825470-949D-4095-A001-80D65434F61C}" dt="2026-01-07T18:51:18.785" v="1546"/>
        <pc:sldMkLst>
          <pc:docMk/>
          <pc:sldMk cId="2784206011" sldId="263"/>
        </pc:sldMkLst>
        <pc:spChg chg="mod">
          <ac:chgData name="Bhakthi .S.P" userId="b771dd94c37c82dc" providerId="LiveId" clId="{24825470-949D-4095-A001-80D65434F61C}" dt="2026-01-07T18:10:34.265" v="1220" actId="1076"/>
          <ac:spMkLst>
            <pc:docMk/>
            <pc:sldMk cId="2784206011" sldId="263"/>
            <ac:spMk id="2" creationId="{B1D7F1D0-D5DC-4B43-0050-88AF6E343B73}"/>
          </ac:spMkLst>
        </pc:spChg>
        <pc:spChg chg="add mod">
          <ac:chgData name="Bhakthi .S.P" userId="b771dd94c37c82dc" providerId="LiveId" clId="{24825470-949D-4095-A001-80D65434F61C}" dt="2026-01-07T18:16:08.089" v="1270" actId="20577"/>
          <ac:spMkLst>
            <pc:docMk/>
            <pc:sldMk cId="2784206011" sldId="263"/>
            <ac:spMk id="3" creationId="{29D99537-F920-7CFB-F051-7FA492096863}"/>
          </ac:spMkLst>
        </pc:spChg>
        <pc:spChg chg="mod">
          <ac:chgData name="Bhakthi .S.P" userId="b771dd94c37c82dc" providerId="LiveId" clId="{24825470-949D-4095-A001-80D65434F61C}" dt="2026-01-07T18:11:16.593" v="1228" actId="1076"/>
          <ac:spMkLst>
            <pc:docMk/>
            <pc:sldMk cId="2784206011" sldId="263"/>
            <ac:spMk id="4" creationId="{5DD48612-C28C-2682-6E46-A4F9472C96E3}"/>
          </ac:spMkLst>
        </pc:spChg>
        <pc:spChg chg="add mod">
          <ac:chgData name="Bhakthi .S.P" userId="b771dd94c37c82dc" providerId="LiveId" clId="{24825470-949D-4095-A001-80D65434F61C}" dt="2026-01-07T18:14:35.034" v="1260" actId="5793"/>
          <ac:spMkLst>
            <pc:docMk/>
            <pc:sldMk cId="2784206011" sldId="263"/>
            <ac:spMk id="5" creationId="{28944A8B-5857-7870-D899-5AB88EC35B6F}"/>
          </ac:spMkLst>
        </pc:spChg>
        <pc:spChg chg="mod">
          <ac:chgData name="Bhakthi .S.P" userId="b771dd94c37c82dc" providerId="LiveId" clId="{24825470-949D-4095-A001-80D65434F61C}" dt="2026-01-07T18:11:09.262" v="1227" actId="1076"/>
          <ac:spMkLst>
            <pc:docMk/>
            <pc:sldMk cId="2784206011" sldId="263"/>
            <ac:spMk id="6" creationId="{FE33EF22-836F-0E3A-946D-8F936F7C1F5E}"/>
          </ac:spMkLst>
        </pc:spChg>
        <pc:spChg chg="del mod">
          <ac:chgData name="Bhakthi .S.P" userId="b771dd94c37c82dc" providerId="LiveId" clId="{24825470-949D-4095-A001-80D65434F61C}" dt="2026-01-07T18:09:33.839" v="1204" actId="478"/>
          <ac:spMkLst>
            <pc:docMk/>
            <pc:sldMk cId="2784206011" sldId="263"/>
            <ac:spMk id="7" creationId="{C7AAAA50-4527-1D96-E9B5-89F7791554A2}"/>
          </ac:spMkLst>
        </pc:spChg>
        <pc:spChg chg="mod">
          <ac:chgData name="Bhakthi .S.P" userId="b771dd94c37c82dc" providerId="LiveId" clId="{24825470-949D-4095-A001-80D65434F61C}" dt="2026-01-07T18:09:21.727" v="1201" actId="1076"/>
          <ac:spMkLst>
            <pc:docMk/>
            <pc:sldMk cId="2784206011" sldId="263"/>
            <ac:spMk id="8" creationId="{9A0726F4-E0A9-EB55-8F65-7F76000D0C88}"/>
          </ac:spMkLst>
        </pc:spChg>
        <pc:spChg chg="mod">
          <ac:chgData name="Bhakthi .S.P" userId="b771dd94c37c82dc" providerId="LiveId" clId="{24825470-949D-4095-A001-80D65434F61C}" dt="2026-01-07T18:21:26.508" v="1295" actId="1076"/>
          <ac:spMkLst>
            <pc:docMk/>
            <pc:sldMk cId="2784206011" sldId="263"/>
            <ac:spMk id="9" creationId="{506A4C6B-531A-FFB0-18BF-47DB7FE58599}"/>
          </ac:spMkLst>
        </pc:spChg>
        <pc:spChg chg="mod">
          <ac:chgData name="Bhakthi .S.P" userId="b771dd94c37c82dc" providerId="LiveId" clId="{24825470-949D-4095-A001-80D65434F61C}" dt="2026-01-07T18:20:53.344" v="1289" actId="14100"/>
          <ac:spMkLst>
            <pc:docMk/>
            <pc:sldMk cId="2784206011" sldId="263"/>
            <ac:spMk id="10" creationId="{DF77A242-B395-A101-5F1B-91218D1F9D1D}"/>
          </ac:spMkLst>
        </pc:spChg>
        <pc:spChg chg="add mod">
          <ac:chgData name="Bhakthi .S.P" userId="b771dd94c37c82dc" providerId="LiveId" clId="{24825470-949D-4095-A001-80D65434F61C}" dt="2026-01-07T18:15:43.322" v="1269" actId="1076"/>
          <ac:spMkLst>
            <pc:docMk/>
            <pc:sldMk cId="2784206011" sldId="263"/>
            <ac:spMk id="14" creationId="{8FAABF7E-DEE1-E0B0-EAD0-2DA20B131485}"/>
          </ac:spMkLst>
        </pc:spChg>
        <pc:grpChg chg="del mod">
          <ac:chgData name="Bhakthi .S.P" userId="b771dd94c37c82dc" providerId="LiveId" clId="{24825470-949D-4095-A001-80D65434F61C}" dt="2026-01-07T17:55:46.445" v="1125" actId="478"/>
          <ac:grpSpMkLst>
            <pc:docMk/>
            <pc:sldMk cId="2784206011" sldId="263"/>
            <ac:grpSpMk id="12" creationId="{01238ECC-20E9-B814-A7ED-F4D5383FD4A8}"/>
          </ac:grpSpMkLst>
        </pc:grpChg>
        <pc:grpChg chg="mod">
          <ac:chgData name="Bhakthi .S.P" userId="b771dd94c37c82dc" providerId="LiveId" clId="{24825470-949D-4095-A001-80D65434F61C}" dt="2026-01-07T18:08:01.049" v="1171"/>
          <ac:grpSpMkLst>
            <pc:docMk/>
            <pc:sldMk cId="2784206011" sldId="263"/>
            <ac:grpSpMk id="17" creationId="{941D3204-A95B-AE24-AE03-5058E226BA6D}"/>
          </ac:grpSpMkLst>
        </pc:grpChg>
        <pc:grpChg chg="mod">
          <ac:chgData name="Bhakthi .S.P" userId="b771dd94c37c82dc" providerId="LiveId" clId="{24825470-949D-4095-A001-80D65434F61C}" dt="2026-01-07T18:08:01.049" v="1171"/>
          <ac:grpSpMkLst>
            <pc:docMk/>
            <pc:sldMk cId="2784206011" sldId="263"/>
            <ac:grpSpMk id="21" creationId="{1EE35D82-B33B-0469-FDB7-6BDFB94CC164}"/>
          </ac:grpSpMkLst>
        </pc:grpChg>
        <pc:grpChg chg="mod">
          <ac:chgData name="Bhakthi .S.P" userId="b771dd94c37c82dc" providerId="LiveId" clId="{24825470-949D-4095-A001-80D65434F61C}" dt="2026-01-07T18:21:19.963" v="1294" actId="1076"/>
          <ac:grpSpMkLst>
            <pc:docMk/>
            <pc:sldMk cId="2784206011" sldId="263"/>
            <ac:grpSpMk id="22" creationId="{22163497-6408-1EE6-749E-FF5AC3E00D74}"/>
          </ac:grpSpMkLst>
        </pc:grpChg>
        <pc:picChg chg="add mod">
          <ac:chgData name="Bhakthi .S.P" userId="b771dd94c37c82dc" providerId="LiveId" clId="{24825470-949D-4095-A001-80D65434F61C}" dt="2026-01-07T18:25:10.410" v="1318" actId="1076"/>
          <ac:picMkLst>
            <pc:docMk/>
            <pc:sldMk cId="2784206011" sldId="263"/>
            <ac:picMk id="16" creationId="{D5B6B88F-A3F8-CE50-ABF3-86633BBE613C}"/>
          </ac:picMkLst>
        </pc:picChg>
        <pc:picChg chg="add mod modCrop">
          <ac:chgData name="Bhakthi .S.P" userId="b771dd94c37c82dc" providerId="LiveId" clId="{24825470-949D-4095-A001-80D65434F61C}" dt="2026-01-07T18:24:57.133" v="1316" actId="1076"/>
          <ac:picMkLst>
            <pc:docMk/>
            <pc:sldMk cId="2784206011" sldId="263"/>
            <ac:picMk id="18" creationId="{8A5020C6-3C1F-EB2B-18B1-BA5AD8DCB1CE}"/>
          </ac:picMkLst>
        </pc:picChg>
        <pc:picChg chg="mod">
          <ac:chgData name="Bhakthi .S.P" userId="b771dd94c37c82dc" providerId="LiveId" clId="{24825470-949D-4095-A001-80D65434F61C}" dt="2026-01-07T18:10:42.375" v="1222" actId="1076"/>
          <ac:picMkLst>
            <pc:docMk/>
            <pc:sldMk cId="2784206011" sldId="263"/>
            <ac:picMk id="19" creationId="{A553E5C8-A965-BF37-ABBF-9F9B0081FA96}"/>
          </ac:picMkLst>
        </pc:picChg>
        <pc:picChg chg="add mod modCrop">
          <ac:chgData name="Bhakthi .S.P" userId="b771dd94c37c82dc" providerId="LiveId" clId="{24825470-949D-4095-A001-80D65434F61C}" dt="2026-01-07T18:25:24.349" v="1322" actId="14100"/>
          <ac:picMkLst>
            <pc:docMk/>
            <pc:sldMk cId="2784206011" sldId="263"/>
            <ac:picMk id="20" creationId="{3050A7DF-BE3A-6C2C-3033-71A7BB15DDCD}"/>
          </ac:picMkLst>
        </pc:picChg>
        <pc:picChg chg="del mod">
          <ac:chgData name="Bhakthi .S.P" userId="b771dd94c37c82dc" providerId="LiveId" clId="{24825470-949D-4095-A001-80D65434F61C}" dt="2026-01-07T17:55:32.369" v="1121" actId="478"/>
          <ac:picMkLst>
            <pc:docMk/>
            <pc:sldMk cId="2784206011" sldId="263"/>
            <ac:picMk id="7170" creationId="{4BBE3636-F183-C342-9EE7-1F9D8B8B5854}"/>
          </ac:picMkLst>
        </pc:picChg>
        <pc:picChg chg="del mod">
          <ac:chgData name="Bhakthi .S.P" userId="b771dd94c37c82dc" providerId="LiveId" clId="{24825470-949D-4095-A001-80D65434F61C}" dt="2026-01-07T17:55:44.281" v="1124" actId="478"/>
          <ac:picMkLst>
            <pc:docMk/>
            <pc:sldMk cId="2784206011" sldId="263"/>
            <ac:picMk id="7172" creationId="{DF857ED2-947E-BD3C-9921-63C4071EA480}"/>
          </ac:picMkLst>
        </pc:picChg>
        <pc:picChg chg="del mod">
          <ac:chgData name="Bhakthi .S.P" userId="b771dd94c37c82dc" providerId="LiveId" clId="{24825470-949D-4095-A001-80D65434F61C}" dt="2026-01-07T17:55:46.445" v="1125" actId="478"/>
          <ac:picMkLst>
            <pc:docMk/>
            <pc:sldMk cId="2784206011" sldId="263"/>
            <ac:picMk id="7176" creationId="{D91948C3-3BED-BE8F-6B0A-7E71C76B19A9}"/>
          </ac:picMkLst>
        </pc:picChg>
      </pc:sldChg>
      <pc:sldChg chg="del">
        <pc:chgData name="Bhakthi .S.P" userId="b771dd94c37c82dc" providerId="LiveId" clId="{24825470-949D-4095-A001-80D65434F61C}" dt="2026-01-07T19:19:53.417" v="1766" actId="47"/>
        <pc:sldMkLst>
          <pc:docMk/>
          <pc:sldMk cId="3147552953" sldId="264"/>
        </pc:sldMkLst>
      </pc:sldChg>
      <pc:sldChg chg="addSp modSp mod ord">
        <pc:chgData name="Bhakthi .S.P" userId="b771dd94c37c82dc" providerId="LiveId" clId="{24825470-949D-4095-A001-80D65434F61C}" dt="2026-01-07T19:14:30.105" v="1719" actId="1076"/>
        <pc:sldMkLst>
          <pc:docMk/>
          <pc:sldMk cId="2397949689" sldId="265"/>
        </pc:sldMkLst>
        <pc:spChg chg="mod">
          <ac:chgData name="Bhakthi .S.P" userId="b771dd94c37c82dc" providerId="LiveId" clId="{24825470-949D-4095-A001-80D65434F61C}" dt="2026-01-07T19:06:07.125" v="1637" actId="1076"/>
          <ac:spMkLst>
            <pc:docMk/>
            <pc:sldMk cId="2397949689" sldId="265"/>
            <ac:spMk id="4" creationId="{EE18647E-C338-6C94-700F-D1A7B93293A7}"/>
          </ac:spMkLst>
        </pc:spChg>
        <pc:spChg chg="mod">
          <ac:chgData name="Bhakthi .S.P" userId="b771dd94c37c82dc" providerId="LiveId" clId="{24825470-949D-4095-A001-80D65434F61C}" dt="2026-01-07T19:02:23.591" v="1612" actId="20577"/>
          <ac:spMkLst>
            <pc:docMk/>
            <pc:sldMk cId="2397949689" sldId="265"/>
            <ac:spMk id="9" creationId="{E8EC35B3-32A2-6B58-0049-251C584C4B77}"/>
          </ac:spMkLst>
        </pc:spChg>
        <pc:spChg chg="add mod">
          <ac:chgData name="Bhakthi .S.P" userId="b771dd94c37c82dc" providerId="LiveId" clId="{24825470-949D-4095-A001-80D65434F61C}" dt="2026-01-07T19:08:08.848" v="1656" actId="1076"/>
          <ac:spMkLst>
            <pc:docMk/>
            <pc:sldMk cId="2397949689" sldId="265"/>
            <ac:spMk id="15" creationId="{F00EF349-79C4-E54E-7C6D-0509C15C1784}"/>
          </ac:spMkLst>
        </pc:spChg>
        <pc:spChg chg="add mod">
          <ac:chgData name="Bhakthi .S.P" userId="b771dd94c37c82dc" providerId="LiveId" clId="{24825470-949D-4095-A001-80D65434F61C}" dt="2026-01-07T19:14:19.084" v="1717" actId="1076"/>
          <ac:spMkLst>
            <pc:docMk/>
            <pc:sldMk cId="2397949689" sldId="265"/>
            <ac:spMk id="16" creationId="{F15B83EF-D042-CF79-DE1E-F11CDBB99632}"/>
          </ac:spMkLst>
        </pc:spChg>
        <pc:spChg chg="add mod">
          <ac:chgData name="Bhakthi .S.P" userId="b771dd94c37c82dc" providerId="LiveId" clId="{24825470-949D-4095-A001-80D65434F61C}" dt="2026-01-07T19:09:07.200" v="1661" actId="1076"/>
          <ac:spMkLst>
            <pc:docMk/>
            <pc:sldMk cId="2397949689" sldId="265"/>
            <ac:spMk id="17" creationId="{739161BB-4E20-AE8D-D296-8E084F810F39}"/>
          </ac:spMkLst>
        </pc:spChg>
        <pc:spChg chg="add mod">
          <ac:chgData name="Bhakthi .S.P" userId="b771dd94c37c82dc" providerId="LiveId" clId="{24825470-949D-4095-A001-80D65434F61C}" dt="2026-01-07T19:14:23.956" v="1718" actId="1076"/>
          <ac:spMkLst>
            <pc:docMk/>
            <pc:sldMk cId="2397949689" sldId="265"/>
            <ac:spMk id="19" creationId="{68B779EB-C31E-BDC4-FF85-D143D0DF1276}"/>
          </ac:spMkLst>
        </pc:spChg>
        <pc:spChg chg="add mod">
          <ac:chgData name="Bhakthi .S.P" userId="b771dd94c37c82dc" providerId="LiveId" clId="{24825470-949D-4095-A001-80D65434F61C}" dt="2026-01-07T19:14:30.105" v="1719" actId="1076"/>
          <ac:spMkLst>
            <pc:docMk/>
            <pc:sldMk cId="2397949689" sldId="265"/>
            <ac:spMk id="21" creationId="{4871BDCF-4A76-0D42-06FF-8DDB05802FBA}"/>
          </ac:spMkLst>
        </pc:spChg>
        <pc:spChg chg="add mod">
          <ac:chgData name="Bhakthi .S.P" userId="b771dd94c37c82dc" providerId="LiveId" clId="{24825470-949D-4095-A001-80D65434F61C}" dt="2026-01-07T19:13:53.081" v="1712" actId="12"/>
          <ac:spMkLst>
            <pc:docMk/>
            <pc:sldMk cId="2397949689" sldId="265"/>
            <ac:spMk id="22" creationId="{E2DD42CE-1FA6-04A0-9734-708FCACFFD0A}"/>
          </ac:spMkLst>
        </pc:spChg>
        <pc:cxnChg chg="add mod">
          <ac:chgData name="Bhakthi .S.P" userId="b771dd94c37c82dc" providerId="LiveId" clId="{24825470-949D-4095-A001-80D65434F61C}" dt="2026-01-07T19:09:08.999" v="1663" actId="1076"/>
          <ac:cxnSpMkLst>
            <pc:docMk/>
            <pc:sldMk cId="2397949689" sldId="265"/>
            <ac:cxnSpMk id="7" creationId="{AF31A1CE-AF8A-3846-2EB3-00C0C65F5497}"/>
          </ac:cxnSpMkLst>
        </pc:cxnChg>
        <pc:cxnChg chg="add mod">
          <ac:chgData name="Bhakthi .S.P" userId="b771dd94c37c82dc" providerId="LiveId" clId="{24825470-949D-4095-A001-80D65434F61C}" dt="2026-01-07T19:07:57.202" v="1654" actId="1076"/>
          <ac:cxnSpMkLst>
            <pc:docMk/>
            <pc:sldMk cId="2397949689" sldId="265"/>
            <ac:cxnSpMk id="11" creationId="{D949420C-F389-7E75-5A8F-59BFF7518AB1}"/>
          </ac:cxnSpMkLst>
        </pc:cxnChg>
        <pc:cxnChg chg="add mod">
          <ac:chgData name="Bhakthi .S.P" userId="b771dd94c37c82dc" providerId="LiveId" clId="{24825470-949D-4095-A001-80D65434F61C}" dt="2026-01-07T19:14:09.618" v="1715" actId="1076"/>
          <ac:cxnSpMkLst>
            <pc:docMk/>
            <pc:sldMk cId="2397949689" sldId="265"/>
            <ac:cxnSpMk id="12" creationId="{F2B705B6-A2E0-9198-B4EC-F1DB95ECD3DF}"/>
          </ac:cxnSpMkLst>
        </pc:cxnChg>
        <pc:cxnChg chg="add mod">
          <ac:chgData name="Bhakthi .S.P" userId="b771dd94c37c82dc" providerId="LiveId" clId="{24825470-949D-4095-A001-80D65434F61C}" dt="2026-01-07T19:09:08.180" v="1662" actId="1076"/>
          <ac:cxnSpMkLst>
            <pc:docMk/>
            <pc:sldMk cId="2397949689" sldId="265"/>
            <ac:cxnSpMk id="13" creationId="{7DA26132-3501-44C3-7519-E3DC52434EB4}"/>
          </ac:cxnSpMkLst>
        </pc:cxnChg>
      </pc:sldChg>
      <pc:sldChg chg="addSp delSp modSp mod ord">
        <pc:chgData name="Bhakthi .S.P" userId="b771dd94c37c82dc" providerId="LiveId" clId="{24825470-949D-4095-A001-80D65434F61C}" dt="2026-01-07T18:59:32.500" v="1594" actId="478"/>
        <pc:sldMkLst>
          <pc:docMk/>
          <pc:sldMk cId="1829656897" sldId="266"/>
        </pc:sldMkLst>
        <pc:spChg chg="add mod">
          <ac:chgData name="Bhakthi .S.P" userId="b771dd94c37c82dc" providerId="LiveId" clId="{24825470-949D-4095-A001-80D65434F61C}" dt="2026-01-07T18:56:09.605" v="1560" actId="21"/>
          <ac:spMkLst>
            <pc:docMk/>
            <pc:sldMk cId="1829656897" sldId="266"/>
            <ac:spMk id="3" creationId="{477BD7F1-E70C-2724-D827-79240EB70EA4}"/>
          </ac:spMkLst>
        </pc:spChg>
        <pc:spChg chg="mod">
          <ac:chgData name="Bhakthi .S.P" userId="b771dd94c37c82dc" providerId="LiveId" clId="{24825470-949D-4095-A001-80D65434F61C}" dt="2026-01-07T18:57:32.997" v="1581" actId="1076"/>
          <ac:spMkLst>
            <pc:docMk/>
            <pc:sldMk cId="1829656897" sldId="266"/>
            <ac:spMk id="4" creationId="{E29FDFEB-98D9-C736-8732-C1004CB28E5A}"/>
          </ac:spMkLst>
        </pc:spChg>
        <pc:spChg chg="add">
          <ac:chgData name="Bhakthi .S.P" userId="b771dd94c37c82dc" providerId="LiveId" clId="{24825470-949D-4095-A001-80D65434F61C}" dt="2026-01-07T18:58:07.676" v="1583"/>
          <ac:spMkLst>
            <pc:docMk/>
            <pc:sldMk cId="1829656897" sldId="266"/>
            <ac:spMk id="5" creationId="{FA9248AC-4C7F-D2E4-A979-E6024411215C}"/>
          </ac:spMkLst>
        </pc:spChg>
        <pc:spChg chg="mod">
          <ac:chgData name="Bhakthi .S.P" userId="b771dd94c37c82dc" providerId="LiveId" clId="{24825470-949D-4095-A001-80D65434F61C}" dt="2026-01-07T18:55:29.009" v="1558" actId="1076"/>
          <ac:spMkLst>
            <pc:docMk/>
            <pc:sldMk cId="1829656897" sldId="266"/>
            <ac:spMk id="6" creationId="{444B4B9A-0CB7-3C0A-A744-88D5B8BFCC1C}"/>
          </ac:spMkLst>
        </pc:spChg>
        <pc:spChg chg="del mod">
          <ac:chgData name="Bhakthi .S.P" userId="b771dd94c37c82dc" providerId="LiveId" clId="{24825470-949D-4095-A001-80D65434F61C}" dt="2026-01-07T18:59:32.500" v="1594" actId="478"/>
          <ac:spMkLst>
            <pc:docMk/>
            <pc:sldMk cId="1829656897" sldId="266"/>
            <ac:spMk id="7" creationId="{2C8B2FCB-342C-6A98-FC80-BE36A1E741CE}"/>
          </ac:spMkLst>
        </pc:spChg>
        <pc:grpChg chg="del mod">
          <ac:chgData name="Bhakthi .S.P" userId="b771dd94c37c82dc" providerId="LiveId" clId="{24825470-949D-4095-A001-80D65434F61C}" dt="2026-01-07T18:57:38.438" v="1582" actId="478"/>
          <ac:grpSpMkLst>
            <pc:docMk/>
            <pc:sldMk cId="1829656897" sldId="266"/>
            <ac:grpSpMk id="8" creationId="{0C1CE766-C146-B8DD-3FAC-0AABA04AC9F4}"/>
          </ac:grpSpMkLst>
        </pc:grpChg>
        <pc:picChg chg="add mod modCrop">
          <ac:chgData name="Bhakthi .S.P" userId="b771dd94c37c82dc" providerId="LiveId" clId="{24825470-949D-4095-A001-80D65434F61C}" dt="2026-01-07T18:59:25.155" v="1593" actId="1440"/>
          <ac:picMkLst>
            <pc:docMk/>
            <pc:sldMk cId="1829656897" sldId="266"/>
            <ac:picMk id="9" creationId="{83EC4ABC-6FFA-0CE4-82C9-6236857C0ED9}"/>
          </ac:picMkLst>
        </pc:picChg>
        <pc:picChg chg="del">
          <ac:chgData name="Bhakthi .S.P" userId="b771dd94c37c82dc" providerId="LiveId" clId="{24825470-949D-4095-A001-80D65434F61C}" dt="2026-01-07T18:57:38.438" v="1582" actId="478"/>
          <ac:picMkLst>
            <pc:docMk/>
            <pc:sldMk cId="1829656897" sldId="266"/>
            <ac:picMk id="10242" creationId="{C84B115C-C4E2-9FB9-579B-55A97E445E89}"/>
          </ac:picMkLst>
        </pc:picChg>
      </pc:sldChg>
      <pc:sldChg chg="addSp delSp modSp mod ord">
        <pc:chgData name="Bhakthi .S.P" userId="b771dd94c37c82dc" providerId="LiveId" clId="{24825470-949D-4095-A001-80D65434F61C}" dt="2026-01-07T19:19:45.519" v="1764" actId="1076"/>
        <pc:sldMkLst>
          <pc:docMk/>
          <pc:sldMk cId="1472211613" sldId="267"/>
        </pc:sldMkLst>
        <pc:spChg chg="add mod">
          <ac:chgData name="Bhakthi .S.P" userId="b771dd94c37c82dc" providerId="LiveId" clId="{24825470-949D-4095-A001-80D65434F61C}" dt="2026-01-07T19:19:45.519" v="1764" actId="1076"/>
          <ac:spMkLst>
            <pc:docMk/>
            <pc:sldMk cId="1472211613" sldId="267"/>
            <ac:spMk id="2" creationId="{D5A1E0BF-7327-8813-C71B-63BFB9D6C687}"/>
          </ac:spMkLst>
        </pc:spChg>
        <pc:spChg chg="mod">
          <ac:chgData name="Bhakthi .S.P" userId="b771dd94c37c82dc" providerId="LiveId" clId="{24825470-949D-4095-A001-80D65434F61C}" dt="2026-01-07T19:16:43.737" v="1746" actId="21"/>
          <ac:spMkLst>
            <pc:docMk/>
            <pc:sldMk cId="1472211613" sldId="267"/>
            <ac:spMk id="3" creationId="{8881C845-9D26-DD54-F384-42AE6816315D}"/>
          </ac:spMkLst>
        </pc:spChg>
        <pc:spChg chg="mod">
          <ac:chgData name="Bhakthi .S.P" userId="b771dd94c37c82dc" providerId="LiveId" clId="{24825470-949D-4095-A001-80D65434F61C}" dt="2026-01-07T19:15:56.522" v="1735"/>
          <ac:spMkLst>
            <pc:docMk/>
            <pc:sldMk cId="1472211613" sldId="267"/>
            <ac:spMk id="5" creationId="{13BB1BC5-BFDB-B928-E4F8-E175B6CB9D34}"/>
          </ac:spMkLst>
        </pc:spChg>
        <pc:grpChg chg="mod">
          <ac:chgData name="Bhakthi .S.P" userId="b771dd94c37c82dc" providerId="LiveId" clId="{24825470-949D-4095-A001-80D65434F61C}" dt="2026-01-07T19:16:35.078" v="1744" actId="1076"/>
          <ac:grpSpMkLst>
            <pc:docMk/>
            <pc:sldMk cId="1472211613" sldId="267"/>
            <ac:grpSpMk id="15" creationId="{0135AC36-894B-AB5C-F563-139B5EB022CD}"/>
          </ac:grpSpMkLst>
        </pc:grpChg>
        <pc:picChg chg="add mod">
          <ac:chgData name="Bhakthi .S.P" userId="b771dd94c37c82dc" providerId="LiveId" clId="{24825470-949D-4095-A001-80D65434F61C}" dt="2026-01-07T19:18:27.942" v="1757" actId="1076"/>
          <ac:picMkLst>
            <pc:docMk/>
            <pc:sldMk cId="1472211613" sldId="267"/>
            <ac:picMk id="4" creationId="{4B362149-4A3B-4AF0-4CD8-83E392E491B4}"/>
          </ac:picMkLst>
        </pc:picChg>
        <pc:picChg chg="del mod">
          <ac:chgData name="Bhakthi .S.P" userId="b771dd94c37c82dc" providerId="LiveId" clId="{24825470-949D-4095-A001-80D65434F61C}" dt="2026-01-07T19:18:18.159" v="1755" actId="21"/>
          <ac:picMkLst>
            <pc:docMk/>
            <pc:sldMk cId="1472211613" sldId="267"/>
            <ac:picMk id="11266" creationId="{423C5C4F-1FF6-3D1D-6E4A-B837A6FBAF80}"/>
          </ac:picMkLst>
        </pc:picChg>
      </pc:sldChg>
      <pc:sldChg chg="del">
        <pc:chgData name="Bhakthi .S.P" userId="b771dd94c37c82dc" providerId="LiveId" clId="{24825470-949D-4095-A001-80D65434F61C}" dt="2026-01-07T19:19:54.404" v="1767" actId="47"/>
        <pc:sldMkLst>
          <pc:docMk/>
          <pc:sldMk cId="494256000" sldId="268"/>
        </pc:sldMkLst>
      </pc:sldChg>
      <pc:sldChg chg="del">
        <pc:chgData name="Bhakthi .S.P" userId="b771dd94c37c82dc" providerId="LiveId" clId="{24825470-949D-4095-A001-80D65434F61C}" dt="2026-01-07T19:19:55.180" v="1768" actId="47"/>
        <pc:sldMkLst>
          <pc:docMk/>
          <pc:sldMk cId="4269343867" sldId="269"/>
        </pc:sldMkLst>
      </pc:sldChg>
      <pc:sldChg chg="addSp delSp modSp mod ord">
        <pc:chgData name="Bhakthi .S.P" userId="b771dd94c37c82dc" providerId="LiveId" clId="{24825470-949D-4095-A001-80D65434F61C}" dt="2026-01-07T18:49:40.300" v="1535" actId="1076"/>
        <pc:sldMkLst>
          <pc:docMk/>
          <pc:sldMk cId="237795013" sldId="270"/>
        </pc:sldMkLst>
        <pc:spChg chg="mod">
          <ac:chgData name="Bhakthi .S.P" userId="b771dd94c37c82dc" providerId="LiveId" clId="{24825470-949D-4095-A001-80D65434F61C}" dt="2026-01-07T18:40:38.827" v="1445" actId="14100"/>
          <ac:spMkLst>
            <pc:docMk/>
            <pc:sldMk cId="237795013" sldId="270"/>
            <ac:spMk id="2" creationId="{832B8FFB-8D7F-B370-6D68-D6568C0EC935}"/>
          </ac:spMkLst>
        </pc:spChg>
        <pc:spChg chg="mod">
          <ac:chgData name="Bhakthi .S.P" userId="b771dd94c37c82dc" providerId="LiveId" clId="{24825470-949D-4095-A001-80D65434F61C}" dt="2026-01-07T18:49:40.300" v="1535" actId="1076"/>
          <ac:spMkLst>
            <pc:docMk/>
            <pc:sldMk cId="237795013" sldId="270"/>
            <ac:spMk id="3" creationId="{8A6307C8-43F6-456E-0CBB-2DA8F2DC52DB}"/>
          </ac:spMkLst>
        </pc:spChg>
        <pc:spChg chg="mod">
          <ac:chgData name="Bhakthi .S.P" userId="b771dd94c37c82dc" providerId="LiveId" clId="{24825470-949D-4095-A001-80D65434F61C}" dt="2026-01-07T18:47:04.383" v="1501" actId="14100"/>
          <ac:spMkLst>
            <pc:docMk/>
            <pc:sldMk cId="237795013" sldId="270"/>
            <ac:spMk id="4" creationId="{7B2B9F4F-9EA3-F982-0840-97EF52F71DE0}"/>
          </ac:spMkLst>
        </pc:spChg>
        <pc:spChg chg="add mod">
          <ac:chgData name="Bhakthi .S.P" userId="b771dd94c37c82dc" providerId="LiveId" clId="{24825470-949D-4095-A001-80D65434F61C}" dt="2026-01-07T18:37:34.607" v="1427" actId="1076"/>
          <ac:spMkLst>
            <pc:docMk/>
            <pc:sldMk cId="237795013" sldId="270"/>
            <ac:spMk id="6" creationId="{45164013-46E5-0AD5-1D6C-9D1926CCD79E}"/>
          </ac:spMkLst>
        </pc:spChg>
        <pc:spChg chg="add mod">
          <ac:chgData name="Bhakthi .S.P" userId="b771dd94c37c82dc" providerId="LiveId" clId="{24825470-949D-4095-A001-80D65434F61C}" dt="2026-01-07T18:37:43.196" v="1428" actId="1076"/>
          <ac:spMkLst>
            <pc:docMk/>
            <pc:sldMk cId="237795013" sldId="270"/>
            <ac:spMk id="7" creationId="{5CAAB942-229D-1299-F4E1-C268A66FCB73}"/>
          </ac:spMkLst>
        </pc:spChg>
        <pc:spChg chg="del mod">
          <ac:chgData name="Bhakthi .S.P" userId="b771dd94c37c82dc" providerId="LiveId" clId="{24825470-949D-4095-A001-80D65434F61C}" dt="2026-01-07T18:33:48.926" v="1378" actId="478"/>
          <ac:spMkLst>
            <pc:docMk/>
            <pc:sldMk cId="237795013" sldId="270"/>
            <ac:spMk id="8" creationId="{8D7701EF-4388-1743-CBCF-BF1A82F3BE8B}"/>
          </ac:spMkLst>
        </pc:spChg>
        <pc:spChg chg="del mod">
          <ac:chgData name="Bhakthi .S.P" userId="b771dd94c37c82dc" providerId="LiveId" clId="{24825470-949D-4095-A001-80D65434F61C}" dt="2026-01-07T18:33:39.740" v="1377" actId="478"/>
          <ac:spMkLst>
            <pc:docMk/>
            <pc:sldMk cId="237795013" sldId="270"/>
            <ac:spMk id="9" creationId="{F004DD29-FB96-EBD8-B185-57EF47C29CF6}"/>
          </ac:spMkLst>
        </pc:spChg>
        <pc:spChg chg="add mod">
          <ac:chgData name="Bhakthi .S.P" userId="b771dd94c37c82dc" providerId="LiveId" clId="{24825470-949D-4095-A001-80D65434F61C}" dt="2026-01-07T18:38:45.379" v="1438" actId="12"/>
          <ac:spMkLst>
            <pc:docMk/>
            <pc:sldMk cId="237795013" sldId="270"/>
            <ac:spMk id="12" creationId="{3B7FCC24-0AB9-64A7-BCA9-A897EC346A59}"/>
          </ac:spMkLst>
        </pc:spChg>
        <pc:spChg chg="mod">
          <ac:chgData name="Bhakthi .S.P" userId="b771dd94c37c82dc" providerId="LiveId" clId="{24825470-949D-4095-A001-80D65434F61C}" dt="2026-01-07T18:34:07.392" v="1395" actId="20577"/>
          <ac:spMkLst>
            <pc:docMk/>
            <pc:sldMk cId="237795013" sldId="270"/>
            <ac:spMk id="13" creationId="{95DF2689-EE4C-C233-76EC-9118416394B4}"/>
          </ac:spMkLst>
        </pc:spChg>
        <pc:spChg chg="add">
          <ac:chgData name="Bhakthi .S.P" userId="b771dd94c37c82dc" providerId="LiveId" clId="{24825470-949D-4095-A001-80D65434F61C}" dt="2026-01-07T18:40:59.396" v="1446"/>
          <ac:spMkLst>
            <pc:docMk/>
            <pc:sldMk cId="237795013" sldId="270"/>
            <ac:spMk id="14" creationId="{8889648F-4807-BF37-BE58-F24A94597572}"/>
          </ac:spMkLst>
        </pc:spChg>
        <pc:spChg chg="mod">
          <ac:chgData name="Bhakthi .S.P" userId="b771dd94c37c82dc" providerId="LiveId" clId="{24825470-949D-4095-A001-80D65434F61C}" dt="2026-01-07T18:31:38.198" v="1354"/>
          <ac:spMkLst>
            <pc:docMk/>
            <pc:sldMk cId="237795013" sldId="270"/>
            <ac:spMk id="15" creationId="{0198C539-2279-EFEF-15B4-04FE21E749A7}"/>
          </ac:spMkLst>
        </pc:spChg>
        <pc:spChg chg="mod">
          <ac:chgData name="Bhakthi .S.P" userId="b771dd94c37c82dc" providerId="LiveId" clId="{24825470-949D-4095-A001-80D65434F61C}" dt="2026-01-07T18:47:04.383" v="1501" actId="14100"/>
          <ac:spMkLst>
            <pc:docMk/>
            <pc:sldMk cId="237795013" sldId="270"/>
            <ac:spMk id="18" creationId="{A97DE94D-A2E2-8C18-CB5A-CA66B2D2EBC9}"/>
          </ac:spMkLst>
        </pc:spChg>
        <pc:spChg chg="mod">
          <ac:chgData name="Bhakthi .S.P" userId="b771dd94c37c82dc" providerId="LiveId" clId="{24825470-949D-4095-A001-80D65434F61C}" dt="2026-01-07T18:47:04.383" v="1501" actId="14100"/>
          <ac:spMkLst>
            <pc:docMk/>
            <pc:sldMk cId="237795013" sldId="270"/>
            <ac:spMk id="19" creationId="{CE59D17C-64E9-0711-1CF1-B23CAD1F1C23}"/>
          </ac:spMkLst>
        </pc:spChg>
        <pc:spChg chg="mod">
          <ac:chgData name="Bhakthi .S.P" userId="b771dd94c37c82dc" providerId="LiveId" clId="{24825470-949D-4095-A001-80D65434F61C}" dt="2026-01-07T18:47:04.383" v="1501" actId="14100"/>
          <ac:spMkLst>
            <pc:docMk/>
            <pc:sldMk cId="237795013" sldId="270"/>
            <ac:spMk id="21" creationId="{EFE705E9-7473-4BD4-D0DB-A9ABF0580FF9}"/>
          </ac:spMkLst>
        </pc:spChg>
        <pc:spChg chg="add del mod">
          <ac:chgData name="Bhakthi .S.P" userId="b771dd94c37c82dc" providerId="LiveId" clId="{24825470-949D-4095-A001-80D65434F61C}" dt="2026-01-07T18:47:40.712" v="1514" actId="478"/>
          <ac:spMkLst>
            <pc:docMk/>
            <pc:sldMk cId="237795013" sldId="270"/>
            <ac:spMk id="24" creationId="{555B68E0-F002-1EBC-276A-2555801987AB}"/>
          </ac:spMkLst>
        </pc:spChg>
        <pc:spChg chg="add del mod">
          <ac:chgData name="Bhakthi .S.P" userId="b771dd94c37c82dc" providerId="LiveId" clId="{24825470-949D-4095-A001-80D65434F61C}" dt="2026-01-07T18:47:30.438" v="1512" actId="478"/>
          <ac:spMkLst>
            <pc:docMk/>
            <pc:sldMk cId="237795013" sldId="270"/>
            <ac:spMk id="25" creationId="{FFB19937-EE50-6513-CD10-E02FC02F8CCD}"/>
          </ac:spMkLst>
        </pc:spChg>
        <pc:grpChg chg="del mod">
          <ac:chgData name="Bhakthi .S.P" userId="b771dd94c37c82dc" providerId="LiveId" clId="{24825470-949D-4095-A001-80D65434F61C}" dt="2026-01-07T18:33:24.303" v="1375" actId="478"/>
          <ac:grpSpMkLst>
            <pc:docMk/>
            <pc:sldMk cId="237795013" sldId="270"/>
            <ac:grpSpMk id="10" creationId="{65EDDA25-95D9-A354-AE47-B1774CFF3D32}"/>
          </ac:grpSpMkLst>
        </pc:grpChg>
        <pc:grpChg chg="del mod">
          <ac:chgData name="Bhakthi .S.P" userId="b771dd94c37c82dc" providerId="LiveId" clId="{24825470-949D-4095-A001-80D65434F61C}" dt="2026-01-07T18:27:21.294" v="1325" actId="21"/>
          <ac:grpSpMkLst>
            <pc:docMk/>
            <pc:sldMk cId="237795013" sldId="270"/>
            <ac:grpSpMk id="11" creationId="{655796FD-E112-7E6F-BBB5-4EAE2DF8D590}"/>
          </ac:grpSpMkLst>
        </pc:grpChg>
        <pc:grpChg chg="mod">
          <ac:chgData name="Bhakthi .S.P" userId="b771dd94c37c82dc" providerId="LiveId" clId="{24825470-949D-4095-A001-80D65434F61C}" dt="2026-01-07T18:31:38.198" v="1354"/>
          <ac:grpSpMkLst>
            <pc:docMk/>
            <pc:sldMk cId="237795013" sldId="270"/>
            <ac:grpSpMk id="16" creationId="{B3A81F8E-8A0A-6CDF-30D4-BECB854654A0}"/>
          </ac:grpSpMkLst>
        </pc:grpChg>
        <pc:grpChg chg="mod">
          <ac:chgData name="Bhakthi .S.P" userId="b771dd94c37c82dc" providerId="LiveId" clId="{24825470-949D-4095-A001-80D65434F61C}" dt="2026-01-07T18:47:04.383" v="1501" actId="14100"/>
          <ac:grpSpMkLst>
            <pc:docMk/>
            <pc:sldMk cId="237795013" sldId="270"/>
            <ac:grpSpMk id="22" creationId="{F412BE58-F326-B9B1-9470-ECE632E52DE4}"/>
          </ac:grpSpMkLst>
        </pc:grpChg>
        <pc:grpChg chg="mod">
          <ac:chgData name="Bhakthi .S.P" userId="b771dd94c37c82dc" providerId="LiveId" clId="{24825470-949D-4095-A001-80D65434F61C}" dt="2026-01-07T18:47:04.383" v="1501" actId="14100"/>
          <ac:grpSpMkLst>
            <pc:docMk/>
            <pc:sldMk cId="237795013" sldId="270"/>
            <ac:grpSpMk id="23" creationId="{E9126FC7-25F5-DCA1-5DAB-2B10CEE76F2B}"/>
          </ac:grpSpMkLst>
        </pc:grpChg>
        <pc:picChg chg="add del mod">
          <ac:chgData name="Bhakthi .S.P" userId="b771dd94c37c82dc" providerId="LiveId" clId="{24825470-949D-4095-A001-80D65434F61C}" dt="2026-01-07T18:33:26.751" v="1376" actId="478"/>
          <ac:picMkLst>
            <pc:docMk/>
            <pc:sldMk cId="237795013" sldId="270"/>
            <ac:picMk id="5" creationId="{174B620E-C39D-C516-79F3-3277BDF83C1D}"/>
          </ac:picMkLst>
        </pc:picChg>
        <pc:picChg chg="add del mod modCrop">
          <ac:chgData name="Bhakthi .S.P" userId="b771dd94c37c82dc" providerId="LiveId" clId="{24825470-949D-4095-A001-80D65434F61C}" dt="2026-01-07T18:42:07.502" v="1454" actId="478"/>
          <ac:picMkLst>
            <pc:docMk/>
            <pc:sldMk cId="237795013" sldId="270"/>
            <ac:picMk id="17" creationId="{091EC47A-A16B-C6BC-A9F2-5B7CBE7E071C}"/>
          </ac:picMkLst>
        </pc:picChg>
        <pc:picChg chg="add del mod">
          <ac:chgData name="Bhakthi .S.P" userId="b771dd94c37c82dc" providerId="LiveId" clId="{24825470-949D-4095-A001-80D65434F61C}" dt="2026-01-07T18:43:59.491" v="1472" actId="478"/>
          <ac:picMkLst>
            <pc:docMk/>
            <pc:sldMk cId="237795013" sldId="270"/>
            <ac:picMk id="20" creationId="{454E513A-0D92-951C-8851-6F3320C1442C}"/>
          </ac:picMkLst>
        </pc:picChg>
        <pc:picChg chg="del mod">
          <ac:chgData name="Bhakthi .S.P" userId="b771dd94c37c82dc" providerId="LiveId" clId="{24825470-949D-4095-A001-80D65434F61C}" dt="2026-01-07T18:33:24.303" v="1375" actId="478"/>
          <ac:picMkLst>
            <pc:docMk/>
            <pc:sldMk cId="237795013" sldId="270"/>
            <ac:picMk id="2050" creationId="{438D5864-7757-6392-4A30-5983182F80F5}"/>
          </ac:picMkLst>
        </pc:picChg>
        <pc:picChg chg="del">
          <ac:chgData name="Bhakthi .S.P" userId="b771dd94c37c82dc" providerId="LiveId" clId="{24825470-949D-4095-A001-80D65434F61C}" dt="2026-01-07T18:27:21.294" v="1325" actId="21"/>
          <ac:picMkLst>
            <pc:docMk/>
            <pc:sldMk cId="237795013" sldId="270"/>
            <ac:picMk id="2052" creationId="{174B620E-C39D-C516-79F3-3277BDF83C1D}"/>
          </ac:picMkLst>
        </pc:picChg>
        <pc:picChg chg="add del mod">
          <ac:chgData name="Bhakthi .S.P" userId="b771dd94c37c82dc" providerId="LiveId" clId="{24825470-949D-4095-A001-80D65434F61C}" dt="2026-01-07T18:46:42.166" v="1497" actId="478"/>
          <ac:picMkLst>
            <pc:docMk/>
            <pc:sldMk cId="237795013" sldId="270"/>
            <ac:picMk id="2054" creationId="{BA424A69-6CF0-D258-CDAD-0A833A14A161}"/>
          </ac:picMkLst>
        </pc:picChg>
        <pc:picChg chg="add mod">
          <ac:chgData name="Bhakthi .S.P" userId="b771dd94c37c82dc" providerId="LiveId" clId="{24825470-949D-4095-A001-80D65434F61C}" dt="2026-01-07T18:48:44.763" v="1528" actId="14100"/>
          <ac:picMkLst>
            <pc:docMk/>
            <pc:sldMk cId="237795013" sldId="270"/>
            <ac:picMk id="2056" creationId="{6145D55F-0074-6BB4-6C4F-6BA71A360756}"/>
          </ac:picMkLst>
        </pc:picChg>
        <pc:picChg chg="add mod">
          <ac:chgData name="Bhakthi .S.P" userId="b771dd94c37c82dc" providerId="LiveId" clId="{24825470-949D-4095-A001-80D65434F61C}" dt="2026-01-07T18:47:04.383" v="1501" actId="14100"/>
          <ac:picMkLst>
            <pc:docMk/>
            <pc:sldMk cId="237795013" sldId="270"/>
            <ac:picMk id="2058" creationId="{5AE00BB3-1630-2273-82D5-88C820164CA5}"/>
          </ac:picMkLst>
        </pc:picChg>
        <pc:picChg chg="add mod">
          <ac:chgData name="Bhakthi .S.P" userId="b771dd94c37c82dc" providerId="LiveId" clId="{24825470-949D-4095-A001-80D65434F61C}" dt="2026-01-07T18:49:08.363" v="1532" actId="14100"/>
          <ac:picMkLst>
            <pc:docMk/>
            <pc:sldMk cId="237795013" sldId="270"/>
            <ac:picMk id="2060" creationId="{FBB2C5FA-4051-7F0E-8A16-3AFA9BC81EB6}"/>
          </ac:picMkLst>
        </pc:picChg>
        <pc:picChg chg="add mod">
          <ac:chgData name="Bhakthi .S.P" userId="b771dd94c37c82dc" providerId="LiveId" clId="{24825470-949D-4095-A001-80D65434F61C}" dt="2026-01-07T18:48:50.959" v="1530" actId="1076"/>
          <ac:picMkLst>
            <pc:docMk/>
            <pc:sldMk cId="237795013" sldId="270"/>
            <ac:picMk id="2062" creationId="{C85F5D76-57B4-8220-4EEE-DA0D6E21429F}"/>
          </ac:picMkLst>
        </pc:picChg>
      </pc:sldChg>
      <pc:sldChg chg="modSp mod">
        <pc:chgData name="Bhakthi .S.P" userId="b771dd94c37c82dc" providerId="LiveId" clId="{24825470-949D-4095-A001-80D65434F61C}" dt="2026-01-06T15:53:24.321" v="396" actId="14100"/>
        <pc:sldMkLst>
          <pc:docMk/>
          <pc:sldMk cId="1718912563" sldId="271"/>
        </pc:sldMkLst>
        <pc:spChg chg="mod">
          <ac:chgData name="Bhakthi .S.P" userId="b771dd94c37c82dc" providerId="LiveId" clId="{24825470-949D-4095-A001-80D65434F61C}" dt="2026-01-06T14:31:16.972" v="154" actId="255"/>
          <ac:spMkLst>
            <pc:docMk/>
            <pc:sldMk cId="1718912563" sldId="271"/>
            <ac:spMk id="13" creationId="{D62696C9-A452-02E3-192B-7BFC7AF4FE94}"/>
          </ac:spMkLst>
        </pc:spChg>
        <pc:spChg chg="mod">
          <ac:chgData name="Bhakthi .S.P" userId="b771dd94c37c82dc" providerId="LiveId" clId="{24825470-949D-4095-A001-80D65434F61C}" dt="2026-01-06T15:53:24.321" v="396" actId="14100"/>
          <ac:spMkLst>
            <pc:docMk/>
            <pc:sldMk cId="1718912563" sldId="271"/>
            <ac:spMk id="15" creationId="{67732F45-0FCB-664B-1FB9-8464BCED3A1B}"/>
          </ac:spMkLst>
        </pc:spChg>
        <pc:grpChg chg="mod">
          <ac:chgData name="Bhakthi .S.P" userId="b771dd94c37c82dc" providerId="LiveId" clId="{24825470-949D-4095-A001-80D65434F61C}" dt="2026-01-06T14:29:27.440" v="1"/>
          <ac:grpSpMkLst>
            <pc:docMk/>
            <pc:sldMk cId="1718912563" sldId="271"/>
            <ac:grpSpMk id="16" creationId="{B000CF86-EA19-8513-DE85-554C82946FDE}"/>
          </ac:grpSpMkLst>
        </pc:grpChg>
      </pc:sldChg>
      <pc:sldChg chg="del">
        <pc:chgData name="Bhakthi .S.P" userId="b771dd94c37c82dc" providerId="LiveId" clId="{24825470-949D-4095-A001-80D65434F61C}" dt="2026-01-07T19:19:56.644" v="1770" actId="47"/>
        <pc:sldMkLst>
          <pc:docMk/>
          <pc:sldMk cId="3192097880" sldId="272"/>
        </pc:sldMkLst>
      </pc:sldChg>
      <pc:sldChg chg="del">
        <pc:chgData name="Bhakthi .S.P" userId="b771dd94c37c82dc" providerId="LiveId" clId="{24825470-949D-4095-A001-80D65434F61C}" dt="2026-01-07T19:19:57.382" v="1771" actId="47"/>
        <pc:sldMkLst>
          <pc:docMk/>
          <pc:sldMk cId="3293032141" sldId="273"/>
        </pc:sldMkLst>
      </pc:sldChg>
      <pc:sldChg chg="del">
        <pc:chgData name="Bhakthi .S.P" userId="b771dd94c37c82dc" providerId="LiveId" clId="{24825470-949D-4095-A001-80D65434F61C}" dt="2026-01-07T19:20:00.181" v="1772" actId="47"/>
        <pc:sldMkLst>
          <pc:docMk/>
          <pc:sldMk cId="2755632240" sldId="274"/>
        </pc:sldMkLst>
      </pc:sldChg>
      <pc:sldChg chg="del">
        <pc:chgData name="Bhakthi .S.P" userId="b771dd94c37c82dc" providerId="LiveId" clId="{24825470-949D-4095-A001-80D65434F61C}" dt="2026-01-07T19:20:02.327" v="1773" actId="47"/>
        <pc:sldMkLst>
          <pc:docMk/>
          <pc:sldMk cId="2208783901" sldId="275"/>
        </pc:sldMkLst>
      </pc:sldChg>
      <pc:sldChg chg="delSp modSp mod ord">
        <pc:chgData name="Bhakthi .S.P" userId="b771dd94c37c82dc" providerId="LiveId" clId="{24825470-949D-4095-A001-80D65434F61C}" dt="2026-01-07T18:49:58.555" v="1537"/>
        <pc:sldMkLst>
          <pc:docMk/>
          <pc:sldMk cId="102368679" sldId="276"/>
        </pc:sldMkLst>
        <pc:spChg chg="del mod">
          <ac:chgData name="Bhakthi .S.P" userId="b771dd94c37c82dc" providerId="LiveId" clId="{24825470-949D-4095-A001-80D65434F61C}" dt="2026-01-06T15:54:22.061" v="409"/>
          <ac:spMkLst>
            <pc:docMk/>
            <pc:sldMk cId="102368679" sldId="276"/>
            <ac:spMk id="2" creationId="{FCB53224-AE28-ABE6-6C1D-9BE424AD2A12}"/>
          </ac:spMkLst>
        </pc:spChg>
        <pc:spChg chg="mod">
          <ac:chgData name="Bhakthi .S.P" userId="b771dd94c37c82dc" providerId="LiveId" clId="{24825470-949D-4095-A001-80D65434F61C}" dt="2026-01-06T15:54:29.009" v="410" actId="1076"/>
          <ac:spMkLst>
            <pc:docMk/>
            <pc:sldMk cId="102368679" sldId="276"/>
            <ac:spMk id="6" creationId="{A6D90F59-28D0-3DB7-D85A-DF8A85B0F7FE}"/>
          </ac:spMkLst>
        </pc:spChg>
        <pc:spChg chg="mod">
          <ac:chgData name="Bhakthi .S.P" userId="b771dd94c37c82dc" providerId="LiveId" clId="{24825470-949D-4095-A001-80D65434F61C}" dt="2026-01-06T15:54:16.305" v="405" actId="478"/>
          <ac:spMkLst>
            <pc:docMk/>
            <pc:sldMk cId="102368679" sldId="276"/>
            <ac:spMk id="8" creationId="{26559EA9-3C29-001B-F903-BF999A700F0A}"/>
          </ac:spMkLst>
        </pc:spChg>
        <pc:spChg chg="mod">
          <ac:chgData name="Bhakthi .S.P" userId="b771dd94c37c82dc" providerId="LiveId" clId="{24825470-949D-4095-A001-80D65434F61C}" dt="2026-01-06T15:54:16.305" v="405" actId="478"/>
          <ac:spMkLst>
            <pc:docMk/>
            <pc:sldMk cId="102368679" sldId="276"/>
            <ac:spMk id="9" creationId="{809C3C8E-F962-3FC7-0C46-946372A0A50C}"/>
          </ac:spMkLst>
        </pc:spChg>
        <pc:grpChg chg="mod">
          <ac:chgData name="Bhakthi .S.P" userId="b771dd94c37c82dc" providerId="LiveId" clId="{24825470-949D-4095-A001-80D65434F61C}" dt="2026-01-06T15:54:16.305" v="405" actId="478"/>
          <ac:grpSpMkLst>
            <pc:docMk/>
            <pc:sldMk cId="102368679" sldId="276"/>
            <ac:grpSpMk id="5" creationId="{C7204337-3C92-A3A6-3829-E964D33A2FCE}"/>
          </ac:grpSpMkLst>
        </pc:grpChg>
        <pc:grpChg chg="del mod">
          <ac:chgData name="Bhakthi .S.P" userId="b771dd94c37c82dc" providerId="LiveId" clId="{24825470-949D-4095-A001-80D65434F61C}" dt="2026-01-06T15:54:14.250" v="404" actId="478"/>
          <ac:grpSpMkLst>
            <pc:docMk/>
            <pc:sldMk cId="102368679" sldId="276"/>
            <ac:grpSpMk id="7" creationId="{0AD83F7E-AAF7-FF31-85BF-6183D7606A26}"/>
          </ac:grpSpMkLst>
        </pc:grpChg>
        <pc:picChg chg="del">
          <ac:chgData name="Bhakthi .S.P" userId="b771dd94c37c82dc" providerId="LiveId" clId="{24825470-949D-4095-A001-80D65434F61C}" dt="2026-01-06T15:54:00.906" v="399" actId="478"/>
          <ac:picMkLst>
            <pc:docMk/>
            <pc:sldMk cId="102368679" sldId="276"/>
            <ac:picMk id="10" creationId="{D6AFAA97-3E2C-6422-BCFF-EFB7023661CE}"/>
          </ac:picMkLst>
        </pc:picChg>
        <pc:picChg chg="del mod">
          <ac:chgData name="Bhakthi .S.P" userId="b771dd94c37c82dc" providerId="LiveId" clId="{24825470-949D-4095-A001-80D65434F61C}" dt="2026-01-06T15:54:08.838" v="402" actId="478"/>
          <ac:picMkLst>
            <pc:docMk/>
            <pc:sldMk cId="102368679" sldId="276"/>
            <ac:picMk id="11" creationId="{090F6989-3095-34C4-59FC-69B4BA2AFE55}"/>
          </ac:picMkLst>
        </pc:picChg>
        <pc:picChg chg="del mod">
          <ac:chgData name="Bhakthi .S.P" userId="b771dd94c37c82dc" providerId="LiveId" clId="{24825470-949D-4095-A001-80D65434F61C}" dt="2026-01-06T15:54:16.305" v="405" actId="478"/>
          <ac:picMkLst>
            <pc:docMk/>
            <pc:sldMk cId="102368679" sldId="276"/>
            <ac:picMk id="12" creationId="{99FD57DE-5442-8C82-26AC-92F79B0CAFFE}"/>
          </ac:picMkLst>
        </pc:picChg>
        <pc:picChg chg="del mod">
          <ac:chgData name="Bhakthi .S.P" userId="b771dd94c37c82dc" providerId="LiveId" clId="{24825470-949D-4095-A001-80D65434F61C}" dt="2026-01-06T15:54:12.190" v="403" actId="478"/>
          <ac:picMkLst>
            <pc:docMk/>
            <pc:sldMk cId="102368679" sldId="276"/>
            <ac:picMk id="17" creationId="{DD78B035-0EC9-BB82-90F5-56CDF552AF55}"/>
          </ac:picMkLst>
        </pc:picChg>
        <pc:picChg chg="del mod">
          <ac:chgData name="Bhakthi .S.P" userId="b771dd94c37c82dc" providerId="LiveId" clId="{24825470-949D-4095-A001-80D65434F61C}" dt="2026-01-06T15:54:14.250" v="404" actId="478"/>
          <ac:picMkLst>
            <pc:docMk/>
            <pc:sldMk cId="102368679" sldId="276"/>
            <ac:picMk id="18" creationId="{2F54A920-1FDA-5FE9-32E7-D9901374239E}"/>
          </ac:picMkLst>
        </pc:picChg>
      </pc:sldChg>
      <pc:sldChg chg="del">
        <pc:chgData name="Bhakthi .S.P" userId="b771dd94c37c82dc" providerId="LiveId" clId="{24825470-949D-4095-A001-80D65434F61C}" dt="2026-01-07T19:19:55.844" v="1769" actId="47"/>
        <pc:sldMkLst>
          <pc:docMk/>
          <pc:sldMk cId="1879688152" sldId="28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56F02-45E6-6309-A865-ECCFA0C80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2242C-26B0-0449-9220-FB4DFCB611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773FF-7D65-1D6C-4CCD-0128B0CC3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1E345-EDE7-4A71-9D39-38116E0859E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DA2B7-98FB-DD56-57BD-4601E37C1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5A2A0-55BE-022A-0758-BE563D1DB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7EB40-585B-4C97-8241-D0D1E2CE8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209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063CB-3064-7D55-887F-0666CD0A1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C6FA5-AE31-6A28-DE86-26FCC8CD5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74411-B5BB-C74F-B083-76EB624AB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1E345-EDE7-4A71-9D39-38116E0859E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2DAD9-FFCA-F4EE-2B05-ABA6CCCD3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9B411-C0D5-178B-043E-EBAB6753D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7EB40-585B-4C97-8241-D0D1E2CE8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162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4D597-19F7-4C88-1A6D-CFEE95DDD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F7FE9B-89CA-A612-DD91-086C2FE3B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28661-6A93-39B7-F6A3-5C81C6B3A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1E345-EDE7-4A71-9D39-38116E0859E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CC68A-7232-0B1C-3177-BFD40F834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90022-2D4D-1C60-0307-C19E6037B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7EB40-585B-4C97-8241-D0D1E2CE8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600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55814-B886-C710-E49C-5C43A46CE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8B324-7919-A45C-DA00-496EDA960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ED6492-8637-D028-715C-9C39195246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2B6102-3E8B-6C6A-F53E-4E4DCD947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1E345-EDE7-4A71-9D39-38116E0859E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646BF0-261F-517C-2CA8-71C538036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FBD09E-753B-AE8A-4E9A-367EF2873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7EB40-585B-4C97-8241-D0D1E2CE8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796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8AD1B-3FED-0B14-4105-F36E7CE18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0436E-36D6-59AE-9BD0-DE11001365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2F8EE6-5A0B-03CE-21BA-3366B418C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6D8697-7728-4F3F-468F-DB16E8FDFE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45A42F-9F31-50A9-D272-54E519AB4F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DB3688-BD67-5C86-5BCA-EE9FA4776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1E345-EDE7-4A71-9D39-38116E0859E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0F1D82-6B3E-CB76-4E40-C4B47107D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25E1AC-E476-2B2E-FF49-A1ECEC480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7EB40-585B-4C97-8241-D0D1E2CE8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217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5F53E-C210-8F4F-2155-1D5902E21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90F34A-299B-252A-39F8-D0B415D8B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1E345-EDE7-4A71-9D39-38116E0859E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7B9B5-75F4-EA81-49A9-0D5F2B131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F560F9-AC71-A683-D907-A52FA2E4A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7EB40-585B-4C97-8241-D0D1E2CE8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39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C72461-2669-C82D-7854-599CAA9A6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1E345-EDE7-4A71-9D39-38116E0859E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9395C9-EC34-52D3-637E-E20DB83B5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2F29E-1C6C-4BD1-76AE-BB35651D7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7EB40-585B-4C97-8241-D0D1E2CE8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059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10CC9-DC74-8CD2-C1BD-B862B7485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36DFC-959D-6C4F-A785-80D4AF78F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2324E6-AB9A-DC71-3BBC-A8F2CA301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6BCF59-B5AC-34BD-968F-57C9C07F3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1E345-EDE7-4A71-9D39-38116E0859E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5AB5C0-C34B-0A58-6AE1-96D6545A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05C18F-7B9C-216F-3D9D-1AE2300E1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7EB40-585B-4C97-8241-D0D1E2CE8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033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320FA-8D9C-B0C2-FCC6-AD0613312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9E6AA9-3E1E-3C97-7D53-8A5C5CEAE0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8AB20E-804E-7D8B-9D7B-C8FD19167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D4BA2-EB77-2846-5C9E-9D256A050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1E345-EDE7-4A71-9D39-38116E0859E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3FA3EC-1590-9ABF-0B87-27D7446EF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843609-5FF8-0BF2-4451-C50233663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7EB40-585B-4C97-8241-D0D1E2CE8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069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1AE88-9F94-95AD-B514-7C3CF91F5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BD7C5F-4D0F-836B-5629-981640DE66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530F6-FF13-206C-5BF0-6CD086177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1E345-EDE7-4A71-9D39-38116E0859E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DB41F-D714-0541-F658-4B77DCAA3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A2F3A-F4C7-1584-B1FB-712102A1A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7EB40-585B-4C97-8241-D0D1E2CE8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679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5A5AD0-3B9B-5509-94E1-EA8283F3CA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CB5659-7500-C7A9-39E9-36D5E4B8B0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B04F2-0568-1FCF-68AE-C1B82C88C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1E345-EDE7-4A71-9D39-38116E0859E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7EBD5-E16A-EE89-866C-6D7958466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931CD-B4CA-33A6-5E76-3AF7D507E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7EB40-585B-4C97-8241-D0D1E2CE8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256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3F9934-BF48-E1A8-14DB-FE4EDC093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AF2210-4474-2092-FB77-8D196FF23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03A0A-8B06-453D-440D-6A61CEA3AB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B1E345-EDE7-4A71-9D39-38116E0859E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A08B46-7B54-A594-E081-0B0683A45B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3195D-A24D-81DE-379A-F50A2AC13E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97EB40-585B-4C97-8241-D0D1E2CE8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948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E434F50-C0B4-3288-D3BC-15CFA86B7788}"/>
              </a:ext>
            </a:extLst>
          </p:cNvPr>
          <p:cNvSpPr/>
          <p:nvPr/>
        </p:nvSpPr>
        <p:spPr>
          <a:xfrm>
            <a:off x="3150038" y="304800"/>
            <a:ext cx="8622861" cy="5886450"/>
          </a:xfrm>
          <a:prstGeom prst="rect">
            <a:avLst/>
          </a:prstGeom>
          <a:noFill/>
          <a:ln>
            <a:solidFill>
              <a:schemeClr val="bg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1423D4B-6945-0D2E-51BE-7BF06A7EEA84}"/>
              </a:ext>
            </a:extLst>
          </p:cNvPr>
          <p:cNvGrpSpPr/>
          <p:nvPr/>
        </p:nvGrpSpPr>
        <p:grpSpPr>
          <a:xfrm>
            <a:off x="609600" y="1656773"/>
            <a:ext cx="4762500" cy="5201227"/>
            <a:chOff x="438150" y="1656773"/>
            <a:chExt cx="4762500" cy="5201227"/>
          </a:xfrm>
        </p:grpSpPr>
        <p:sp>
          <p:nvSpPr>
            <p:cNvPr id="6" name="Rectangle: Top Corners Rounded 5">
              <a:extLst>
                <a:ext uri="{FF2B5EF4-FFF2-40B4-BE49-F238E27FC236}">
                  <a16:creationId xmlns:a16="http://schemas.microsoft.com/office/drawing/2014/main" id="{D7DC4057-53C6-260C-A218-7280FB0E20E7}"/>
                </a:ext>
              </a:extLst>
            </p:cNvPr>
            <p:cNvSpPr/>
            <p:nvPr/>
          </p:nvSpPr>
          <p:spPr>
            <a:xfrm>
              <a:off x="438150" y="1656773"/>
              <a:ext cx="4762500" cy="5201227"/>
            </a:xfrm>
            <a:prstGeom prst="round2SameRect">
              <a:avLst>
                <a:gd name="adj1" fmla="val 16667"/>
                <a:gd name="adj2" fmla="val 0"/>
              </a:avLst>
            </a:prstGeom>
            <a:gradFill>
              <a:gsLst>
                <a:gs pos="20000">
                  <a:schemeClr val="accent2">
                    <a:lumMod val="50000"/>
                    <a:lumOff val="50000"/>
                  </a:schemeClr>
                </a:gs>
                <a:gs pos="76100">
                  <a:schemeClr val="accent1">
                    <a:lumMod val="7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35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DAC0CC4-D1F1-1F15-77D1-F49F5C6C14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5174" y="2000250"/>
              <a:ext cx="4008453" cy="4857750"/>
            </a:xfrm>
            <a:prstGeom prst="round2Same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000CF86-EA19-8513-DE85-554C82946FDE}"/>
              </a:ext>
            </a:extLst>
          </p:cNvPr>
          <p:cNvGrpSpPr/>
          <p:nvPr/>
        </p:nvGrpSpPr>
        <p:grpSpPr>
          <a:xfrm>
            <a:off x="5676899" y="2685231"/>
            <a:ext cx="5181601" cy="1795315"/>
            <a:chOff x="5676899" y="2523469"/>
            <a:chExt cx="5181601" cy="179531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62696C9-A452-02E3-192B-7BFC7AF4FE94}"/>
                </a:ext>
              </a:extLst>
            </p:cNvPr>
            <p:cNvSpPr txBox="1"/>
            <p:nvPr/>
          </p:nvSpPr>
          <p:spPr>
            <a:xfrm>
              <a:off x="5676899" y="2523469"/>
              <a:ext cx="5181601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600" b="1" i="0" dirty="0">
                  <a:solidFill>
                    <a:schemeClr val="accent2">
                      <a:lumMod val="50000"/>
                      <a:lumOff val="50000"/>
                    </a:schemeClr>
                  </a:solidFill>
                  <a:effectLst/>
                  <a:latin typeface="Montserrat" panose="00000500000000000000" pitchFamily="2" charset="0"/>
                </a:rPr>
                <a:t>Mediapipe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7732F45-0FCB-664B-1FB9-8464BCED3A1B}"/>
                </a:ext>
              </a:extLst>
            </p:cNvPr>
            <p:cNvSpPr txBox="1"/>
            <p:nvPr/>
          </p:nvSpPr>
          <p:spPr>
            <a:xfrm>
              <a:off x="5676899" y="4011007"/>
              <a:ext cx="485377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0" i="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“</a:t>
              </a:r>
              <a:r>
                <a:rPr lang="en-US" sz="14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A Framework(library) for Real-time AI Perception</a:t>
              </a:r>
              <a:r>
                <a:rPr lang="en-US" sz="1400" b="0" i="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"</a:t>
              </a:r>
              <a:endParaRPr lang="en-US" sz="14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BC53415-6DE5-C4F2-01CE-2E7AA6FEDA01}"/>
              </a:ext>
            </a:extLst>
          </p:cNvPr>
          <p:cNvGrpSpPr/>
          <p:nvPr/>
        </p:nvGrpSpPr>
        <p:grpSpPr>
          <a:xfrm>
            <a:off x="11123077" y="470386"/>
            <a:ext cx="498676" cy="513292"/>
            <a:chOff x="9029020" y="5750437"/>
            <a:chExt cx="384854" cy="396135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B7BD1E11-DFC9-AE79-524E-5BE4FF2E0FB8}"/>
                </a:ext>
              </a:extLst>
            </p:cNvPr>
            <p:cNvSpPr/>
            <p:nvPr/>
          </p:nvSpPr>
          <p:spPr>
            <a:xfrm>
              <a:off x="9029020" y="5750437"/>
              <a:ext cx="184829" cy="184829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A7AE7CE7-735D-C029-3AAC-376197544F84}"/>
                </a:ext>
              </a:extLst>
            </p:cNvPr>
            <p:cNvSpPr/>
            <p:nvPr/>
          </p:nvSpPr>
          <p:spPr>
            <a:xfrm>
              <a:off x="9229045" y="5750437"/>
              <a:ext cx="184829" cy="184829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E6B9AE4B-8721-E781-A544-60DB2B2D8504}"/>
                </a:ext>
              </a:extLst>
            </p:cNvPr>
            <p:cNvSpPr/>
            <p:nvPr/>
          </p:nvSpPr>
          <p:spPr>
            <a:xfrm>
              <a:off x="9029020" y="5961743"/>
              <a:ext cx="184829" cy="184829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3D60DE2B-E761-4CFE-EB3C-9F9F627FB691}"/>
                </a:ext>
              </a:extLst>
            </p:cNvPr>
            <p:cNvSpPr/>
            <p:nvPr/>
          </p:nvSpPr>
          <p:spPr>
            <a:xfrm>
              <a:off x="9229045" y="5961743"/>
              <a:ext cx="184829" cy="184829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18912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3EE3EF-C065-24D7-8B80-A7AC930868E4}"/>
              </a:ext>
            </a:extLst>
          </p:cNvPr>
          <p:cNvSpPr/>
          <p:nvPr/>
        </p:nvSpPr>
        <p:spPr>
          <a:xfrm>
            <a:off x="9753600" y="0"/>
            <a:ext cx="2438400" cy="6858000"/>
          </a:xfrm>
          <a:prstGeom prst="rect">
            <a:avLst/>
          </a:prstGeom>
          <a:gradFill flip="none" rotWithShape="1">
            <a:gsLst>
              <a:gs pos="20000">
                <a:schemeClr val="accent2">
                  <a:lumMod val="50000"/>
                  <a:lumOff val="50000"/>
                </a:schemeClr>
              </a:gs>
              <a:gs pos="761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Free photo ai nuclear energy, future innovation of disruptive technology">
            <a:extLst>
              <a:ext uri="{FF2B5EF4-FFF2-40B4-BE49-F238E27FC236}">
                <a16:creationId xmlns:a16="http://schemas.microsoft.com/office/drawing/2014/main" id="{CD9B3A51-B859-A02C-8DFA-241C5D8A8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7637" y="447675"/>
            <a:ext cx="3971925" cy="596265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BE654533-C497-B73D-E7D1-04EBB600716D}"/>
              </a:ext>
            </a:extLst>
          </p:cNvPr>
          <p:cNvGrpSpPr/>
          <p:nvPr/>
        </p:nvGrpSpPr>
        <p:grpSpPr>
          <a:xfrm>
            <a:off x="900283" y="1378613"/>
            <a:ext cx="5326743" cy="2319141"/>
            <a:chOff x="900283" y="1378613"/>
            <a:chExt cx="5326743" cy="231914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DD0DDA6-CCCF-6464-D209-4134EECB3198}"/>
                </a:ext>
              </a:extLst>
            </p:cNvPr>
            <p:cNvSpPr txBox="1"/>
            <p:nvPr/>
          </p:nvSpPr>
          <p:spPr>
            <a:xfrm>
              <a:off x="900283" y="1378613"/>
              <a:ext cx="3745708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000" b="1" i="0" dirty="0">
                  <a:solidFill>
                    <a:schemeClr val="accent2">
                      <a:lumMod val="50000"/>
                      <a:lumOff val="50000"/>
                    </a:schemeClr>
                  </a:solidFill>
                  <a:effectLst/>
                  <a:latin typeface="Montserrat" panose="00000500000000000000" pitchFamily="2" charset="0"/>
                </a:rPr>
                <a:t>Introduction </a:t>
              </a:r>
              <a:endParaRPr lang="en-US" sz="4000" b="1" dirty="0">
                <a:solidFill>
                  <a:schemeClr val="accent2">
                    <a:lumMod val="50000"/>
                    <a:lumOff val="50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D834BBD-A295-C05D-E051-2A8CDD9F6CC7}"/>
                </a:ext>
              </a:extLst>
            </p:cNvPr>
            <p:cNvSpPr txBox="1"/>
            <p:nvPr/>
          </p:nvSpPr>
          <p:spPr>
            <a:xfrm>
              <a:off x="900283" y="2167079"/>
              <a:ext cx="5326743" cy="15306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1600" dirty="0">
                  <a:solidFill>
                    <a:schemeClr val="bg2"/>
                  </a:solidFill>
                  <a:latin typeface="Montserrat" panose="00000500000000000000" pitchFamily="2" charset="0"/>
                </a:rPr>
                <a:t>MediaPipe is an open-source, cross-platform framework and library developed by Google for building real-time computer vision and ML applications</a:t>
              </a:r>
              <a:r>
                <a:rPr lang="en-US" sz="1600" dirty="0"/>
                <a:t>.</a:t>
              </a:r>
              <a:r>
                <a:rPr lang="en-US" sz="1600" b="0" i="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. </a:t>
              </a:r>
              <a:endParaRPr lang="en-US" sz="16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8712A5A-B4D2-8B61-4D93-10832F7CFFF4}"/>
              </a:ext>
            </a:extLst>
          </p:cNvPr>
          <p:cNvGrpSpPr/>
          <p:nvPr/>
        </p:nvGrpSpPr>
        <p:grpSpPr>
          <a:xfrm>
            <a:off x="259842" y="4179054"/>
            <a:ext cx="7139365" cy="1968658"/>
            <a:chOff x="259842" y="4179054"/>
            <a:chExt cx="7139365" cy="196865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F14380E-6D3B-4CB5-DEF2-5C3BBBBC1B06}"/>
                </a:ext>
              </a:extLst>
            </p:cNvPr>
            <p:cNvSpPr txBox="1"/>
            <p:nvPr/>
          </p:nvSpPr>
          <p:spPr>
            <a:xfrm>
              <a:off x="2072464" y="4250398"/>
              <a:ext cx="5326743" cy="18973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solidFill>
                    <a:schemeClr val="bg2"/>
                  </a:solidFill>
                  <a:latin typeface="Montserrat" panose="00000500000000000000" pitchFamily="2" charset="0"/>
                </a:rPr>
                <a:t>It enables high-performance inference for perception tasks such as: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bg2"/>
                  </a:solidFill>
                  <a:latin typeface="Montserrat" panose="00000500000000000000" pitchFamily="2" charset="0"/>
                </a:rPr>
                <a:t>Hand tracking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bg2"/>
                  </a:solidFill>
                  <a:latin typeface="Montserrat" panose="00000500000000000000" pitchFamily="2" charset="0"/>
                </a:rPr>
                <a:t>Face landmark detection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bg2"/>
                  </a:solidFill>
                  <a:latin typeface="Montserrat" panose="00000500000000000000" pitchFamily="2" charset="0"/>
                </a:rPr>
                <a:t>Pose estimation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bg2"/>
                  </a:solidFill>
                  <a:latin typeface="Montserrat" panose="00000500000000000000" pitchFamily="2" charset="0"/>
                </a:rPr>
                <a:t>Object detection</a:t>
              </a:r>
            </a:p>
            <a:p>
              <a:pPr algn="l">
                <a:lnSpc>
                  <a:spcPct val="150000"/>
                </a:lnSpc>
              </a:pPr>
              <a:endParaRPr lang="en-US" sz="1600" b="0" i="0" dirty="0">
                <a:solidFill>
                  <a:schemeClr val="bg2"/>
                </a:solidFill>
                <a:effectLst/>
                <a:latin typeface="Montserrat" panose="00000500000000000000" pitchFamily="2" charset="0"/>
              </a:endParaRP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4EE4796-22E4-0CA2-5671-AB84D7A5D6A9}"/>
                </a:ext>
              </a:extLst>
            </p:cNvPr>
            <p:cNvGrpSpPr/>
            <p:nvPr/>
          </p:nvGrpSpPr>
          <p:grpSpPr>
            <a:xfrm>
              <a:off x="259842" y="4179054"/>
              <a:ext cx="1645158" cy="1645158"/>
              <a:chOff x="288417" y="4080595"/>
              <a:chExt cx="1645158" cy="1645158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AC7D09F2-52AA-49CF-3B88-621738CAC7BE}"/>
                  </a:ext>
                </a:extLst>
              </p:cNvPr>
              <p:cNvSpPr/>
              <p:nvPr/>
            </p:nvSpPr>
            <p:spPr>
              <a:xfrm>
                <a:off x="288417" y="4080595"/>
                <a:ext cx="1645158" cy="1645158"/>
              </a:xfrm>
              <a:prstGeom prst="ellipse">
                <a:avLst/>
              </a:prstGeom>
              <a:gradFill>
                <a:gsLst>
                  <a:gs pos="20000">
                    <a:schemeClr val="accent2">
                      <a:lumMod val="50000"/>
                      <a:lumOff val="50000"/>
                    </a:schemeClr>
                  </a:gs>
                  <a:gs pos="76100">
                    <a:schemeClr val="accent1">
                      <a:lumMod val="75000"/>
                    </a:schemeClr>
                  </a:gs>
                  <a:gs pos="100000">
                    <a:schemeClr val="accent1">
                      <a:lumMod val="50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028" name="Picture 4" descr="Free photo rpa concept with blurry hand touching screen">
                <a:extLst>
                  <a:ext uri="{FF2B5EF4-FFF2-40B4-BE49-F238E27FC236}">
                    <a16:creationId xmlns:a16="http://schemas.microsoft.com/office/drawing/2014/main" id="{8B822D7B-908C-356C-D84F-ADFD462834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005" r="16005"/>
              <a:stretch/>
            </p:blipFill>
            <p:spPr bwMode="auto">
              <a:xfrm>
                <a:off x="344234" y="4151939"/>
                <a:ext cx="1533525" cy="150247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3383020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EACA4BC5-FDD6-D048-4740-A31553E051C0}"/>
              </a:ext>
            </a:extLst>
          </p:cNvPr>
          <p:cNvSpPr/>
          <p:nvPr/>
        </p:nvSpPr>
        <p:spPr>
          <a:xfrm>
            <a:off x="8389257" y="2090057"/>
            <a:ext cx="3802743" cy="4767943"/>
          </a:xfrm>
          <a:prstGeom prst="round2SameRect">
            <a:avLst/>
          </a:prstGeom>
          <a:gradFill flip="none" rotWithShape="1">
            <a:gsLst>
              <a:gs pos="20000">
                <a:schemeClr val="accent2">
                  <a:lumMod val="50000"/>
                  <a:lumOff val="50000"/>
                </a:schemeClr>
              </a:gs>
              <a:gs pos="761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76DA2F-779A-6F70-3911-48228161D932}"/>
              </a:ext>
            </a:extLst>
          </p:cNvPr>
          <p:cNvSpPr txBox="1"/>
          <p:nvPr/>
        </p:nvSpPr>
        <p:spPr>
          <a:xfrm>
            <a:off x="634266" y="1175867"/>
            <a:ext cx="5782472" cy="2882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 AI </a:t>
            </a:r>
            <a:r>
              <a:rPr lang="en-IN" sz="1600" dirty="0">
                <a:solidFill>
                  <a:schemeClr val="bg1"/>
                </a:solidFill>
                <a:latin typeface="Montserrat" panose="00000500000000000000" pitchFamily="2" charset="0"/>
              </a:rPr>
              <a:t>MediaPipe is used because it provides: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Montserrat" panose="00000500000000000000" pitchFamily="2" charset="0"/>
              </a:rPr>
              <a:t>Real-time performance (low latency)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Montserrat" panose="00000500000000000000" pitchFamily="2" charset="0"/>
              </a:rPr>
              <a:t>Pre-trained ML models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Montserrat" panose="00000500000000000000" pitchFamily="2" charset="0"/>
              </a:rPr>
              <a:t>High accuracy landmark detection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Montserrat" panose="00000500000000000000" pitchFamily="2" charset="0"/>
              </a:rPr>
              <a:t>Cross-platform support (Android, iOS, Web, Python)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Montserrat" panose="00000500000000000000" pitchFamily="2" charset="0"/>
              </a:rPr>
              <a:t>Pipeline-based architecture (modular &amp; scalable)</a:t>
            </a:r>
          </a:p>
          <a:p>
            <a:pPr lvl="1"/>
            <a:endParaRPr lang="en-IN" sz="16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lvl="1"/>
            <a:endParaRPr lang="en-IN" sz="16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algn="l">
              <a:lnSpc>
                <a:spcPct val="150000"/>
              </a:lnSpc>
            </a:pPr>
            <a:endParaRPr lang="en-US" sz="1600" b="0" i="0" dirty="0">
              <a:solidFill>
                <a:schemeClr val="bg1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42F65B-7398-3463-9C4B-62C187C5EAC5}"/>
              </a:ext>
            </a:extLst>
          </p:cNvPr>
          <p:cNvSpPr txBox="1"/>
          <p:nvPr/>
        </p:nvSpPr>
        <p:spPr>
          <a:xfrm>
            <a:off x="634266" y="591092"/>
            <a:ext cx="56460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chemeClr val="accent2">
                    <a:lumMod val="50000"/>
                    <a:lumOff val="50000"/>
                  </a:schemeClr>
                </a:solidFill>
                <a:effectLst/>
                <a:latin typeface="Montserrat" panose="00000500000000000000" pitchFamily="2" charset="0"/>
              </a:rPr>
              <a:t>Why </a:t>
            </a:r>
            <a:r>
              <a:rPr lang="en-IN" sz="3200" b="1" dirty="0">
                <a:solidFill>
                  <a:schemeClr val="accent2">
                    <a:lumMod val="50000"/>
                    <a:lumOff val="50000"/>
                  </a:schemeClr>
                </a:solidFill>
                <a:latin typeface="Montserrat" panose="00000500000000000000" pitchFamily="2" charset="0"/>
              </a:rPr>
              <a:t>MediaPipe is Used</a:t>
            </a:r>
            <a:endParaRPr lang="en-US" sz="3200" b="1" dirty="0">
              <a:solidFill>
                <a:schemeClr val="accent2">
                  <a:lumMod val="50000"/>
                  <a:lumOff val="50000"/>
                </a:schemeClr>
              </a:solidFill>
              <a:latin typeface="Montserrat" panose="00000500000000000000" pitchFamily="2" charset="0"/>
            </a:endParaRPr>
          </a:p>
        </p:txBody>
      </p:sp>
      <p:pic>
        <p:nvPicPr>
          <p:cNvPr id="2050" name="Picture 2" descr="Photo artificial intelligence concept with ai letters and businessman using digital tablet">
            <a:extLst>
              <a:ext uri="{FF2B5EF4-FFF2-40B4-BE49-F238E27FC236}">
                <a16:creationId xmlns:a16="http://schemas.microsoft.com/office/drawing/2014/main" id="{148FA5EC-17A3-2A9C-E4D5-84908F755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2903" y="2699808"/>
            <a:ext cx="4273096" cy="2327677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D7353D6-B39D-FF47-74B1-1B3EF1C9654F}"/>
              </a:ext>
            </a:extLst>
          </p:cNvPr>
          <p:cNvGrpSpPr/>
          <p:nvPr/>
        </p:nvGrpSpPr>
        <p:grpSpPr>
          <a:xfrm>
            <a:off x="11322737" y="117278"/>
            <a:ext cx="754741" cy="159657"/>
            <a:chOff x="10580915" y="117166"/>
            <a:chExt cx="754741" cy="15965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23A08E6-982E-E1F5-EE64-90B0064DD641}"/>
                </a:ext>
              </a:extLst>
            </p:cNvPr>
            <p:cNvSpPr/>
            <p:nvPr/>
          </p:nvSpPr>
          <p:spPr>
            <a:xfrm>
              <a:off x="10580915" y="117166"/>
              <a:ext cx="159657" cy="1596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445F9AC-2C62-2963-50FE-264B285D0CE1}"/>
                </a:ext>
              </a:extLst>
            </p:cNvPr>
            <p:cNvSpPr/>
            <p:nvPr/>
          </p:nvSpPr>
          <p:spPr>
            <a:xfrm>
              <a:off x="10779276" y="117166"/>
              <a:ext cx="159657" cy="1596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FD2C0F4-F90E-662B-DF59-6F065125A225}"/>
                </a:ext>
              </a:extLst>
            </p:cNvPr>
            <p:cNvSpPr/>
            <p:nvPr/>
          </p:nvSpPr>
          <p:spPr>
            <a:xfrm>
              <a:off x="10977637" y="117166"/>
              <a:ext cx="159657" cy="1596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822EF71-AC85-C371-7391-8B58835B7F8A}"/>
                </a:ext>
              </a:extLst>
            </p:cNvPr>
            <p:cNvSpPr/>
            <p:nvPr/>
          </p:nvSpPr>
          <p:spPr>
            <a:xfrm>
              <a:off x="11175999" y="117166"/>
              <a:ext cx="159657" cy="1596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CAFB63-8587-D42B-C0AE-4325C27672D2}"/>
              </a:ext>
            </a:extLst>
          </p:cNvPr>
          <p:cNvSpPr txBox="1"/>
          <p:nvPr/>
        </p:nvSpPr>
        <p:spPr>
          <a:xfrm>
            <a:off x="721352" y="3429000"/>
            <a:ext cx="5374648" cy="18037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50000"/>
                    <a:lumOff val="50000"/>
                  </a:schemeClr>
                </a:solidFill>
                <a:latin typeface="Montserrat" panose="00000500000000000000" pitchFamily="2" charset="0"/>
              </a:rPr>
              <a:t>Key Use Cases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Montserrat" panose="00000500000000000000" pitchFamily="2" charset="0"/>
              </a:rPr>
              <a:t>Gesture recognition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Montserrat" panose="00000500000000000000" pitchFamily="2" charset="0"/>
              </a:rPr>
              <a:t>Face analysis &amp; emotion detection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Montserrat" panose="00000500000000000000" pitchFamily="2" charset="0"/>
              </a:rPr>
              <a:t>AR/VR applications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Montserrat" panose="00000500000000000000" pitchFamily="2" charset="0"/>
              </a:rPr>
              <a:t>Video conferencing enhancements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Montserrat" panose="00000500000000000000" pitchFamily="2" charset="0"/>
              </a:rPr>
              <a:t>Health &amp; fitness tracking</a:t>
            </a:r>
          </a:p>
        </p:txBody>
      </p:sp>
    </p:spTree>
    <p:extLst>
      <p:ext uri="{BB962C8B-B14F-4D97-AF65-F5344CB8AC3E}">
        <p14:creationId xmlns:p14="http://schemas.microsoft.com/office/powerpoint/2010/main" val="3860349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AB1F616-FAF0-C17D-7FE6-F232A4218916}"/>
              </a:ext>
            </a:extLst>
          </p:cNvPr>
          <p:cNvSpPr/>
          <p:nvPr/>
        </p:nvSpPr>
        <p:spPr>
          <a:xfrm>
            <a:off x="1" y="0"/>
            <a:ext cx="2059911" cy="6858000"/>
          </a:xfrm>
          <a:prstGeom prst="rect">
            <a:avLst/>
          </a:prstGeom>
          <a:gradFill>
            <a:gsLst>
              <a:gs pos="20000">
                <a:schemeClr val="accent2">
                  <a:lumMod val="50000"/>
                  <a:lumOff val="50000"/>
                </a:schemeClr>
              </a:gs>
              <a:gs pos="761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1EFF38A-AD86-3CE7-9A62-97E55E10D61D}"/>
              </a:ext>
            </a:extLst>
          </p:cNvPr>
          <p:cNvGrpSpPr/>
          <p:nvPr/>
        </p:nvGrpSpPr>
        <p:grpSpPr>
          <a:xfrm>
            <a:off x="2281970" y="292805"/>
            <a:ext cx="8666332" cy="5836107"/>
            <a:chOff x="3305164" y="1186084"/>
            <a:chExt cx="7142430" cy="602322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7EBCF4F-6418-888B-23FD-F845AC7A5EC2}"/>
                </a:ext>
              </a:extLst>
            </p:cNvPr>
            <p:cNvSpPr txBox="1"/>
            <p:nvPr/>
          </p:nvSpPr>
          <p:spPr>
            <a:xfrm>
              <a:off x="3305164" y="1186084"/>
              <a:ext cx="5464926" cy="6670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3600" b="1" dirty="0">
                  <a:solidFill>
                    <a:schemeClr val="accent2">
                      <a:lumMod val="50000"/>
                      <a:lumOff val="50000"/>
                    </a:schemeClr>
                  </a:solidFill>
                  <a:latin typeface="Montserrat" panose="00000500000000000000" pitchFamily="2" charset="0"/>
                </a:rPr>
                <a:t>MediaPipe Architecture</a:t>
              </a:r>
              <a:endParaRPr lang="en-US" sz="3600" b="1" dirty="0">
                <a:solidFill>
                  <a:schemeClr val="accent2">
                    <a:lumMod val="50000"/>
                    <a:lumOff val="50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D3708D0-1E14-501C-6954-D1670EA0E00D}"/>
                </a:ext>
              </a:extLst>
            </p:cNvPr>
            <p:cNvSpPr txBox="1"/>
            <p:nvPr/>
          </p:nvSpPr>
          <p:spPr>
            <a:xfrm>
              <a:off x="3373458" y="3208962"/>
              <a:ext cx="3555534" cy="19212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b="1" i="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Graph</a:t>
              </a:r>
            </a:p>
            <a:p>
              <a:pPr algn="just">
                <a:lnSpc>
                  <a:spcPct val="150000"/>
                </a:lnSpc>
              </a:pPr>
              <a:r>
                <a:rPr lang="en-US" sz="12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A graph defines the complete pipeline. It shows how data moves from input to output. Written using configuration files (nodes + connections).</a:t>
              </a:r>
            </a:p>
            <a:p>
              <a:pPr>
                <a:lnSpc>
                  <a:spcPct val="150000"/>
                </a:lnSpc>
              </a:pPr>
              <a:r>
                <a:rPr lang="en-US" sz="12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Example: Camera → Hand Detection → Landmark Tracking → Display</a:t>
              </a:r>
              <a:endParaRPr lang="en-US" sz="1200" b="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9757EC8-63C5-42E0-DDE4-79783070A865}"/>
                </a:ext>
              </a:extLst>
            </p:cNvPr>
            <p:cNvSpPr txBox="1"/>
            <p:nvPr/>
          </p:nvSpPr>
          <p:spPr>
            <a:xfrm>
              <a:off x="7052830" y="3190872"/>
              <a:ext cx="3381829" cy="16354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b="1" i="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C</a:t>
              </a:r>
              <a:r>
                <a:rPr lang="en-US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alculators</a:t>
              </a:r>
            </a:p>
            <a:p>
              <a:pPr algn="just">
                <a:lnSpc>
                  <a:spcPct val="150000"/>
                </a:lnSpc>
              </a:pPr>
              <a:r>
                <a:rPr lang="en-US" sz="12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Calculators are the processing units (nodes) in the graph. Each calculator performs one specific task.</a:t>
              </a:r>
            </a:p>
            <a:p>
              <a:pPr>
                <a:lnSpc>
                  <a:spcPct val="150000"/>
                </a:lnSpc>
              </a:pPr>
              <a:r>
                <a:rPr lang="en-US" sz="12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Examples :Image preprocessing ,Running ML model inference ,Filtering or smoothing results</a:t>
              </a:r>
              <a:endParaRPr lang="en-US" sz="1200" b="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26DB056-BD7F-0497-8DF1-B02B98FB4EAA}"/>
                </a:ext>
              </a:extLst>
            </p:cNvPr>
            <p:cNvSpPr txBox="1"/>
            <p:nvPr/>
          </p:nvSpPr>
          <p:spPr>
            <a:xfrm>
              <a:off x="3403044" y="5859781"/>
              <a:ext cx="3555534" cy="13495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Packets</a:t>
              </a:r>
            </a:p>
            <a:p>
              <a:pPr>
                <a:lnSpc>
                  <a:spcPct val="150000"/>
                </a:lnSpc>
              </a:pPr>
              <a:r>
                <a:rPr lang="en-US" sz="12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Packets are data containers. They carry information such as : Images, Coordinates , Landmark points.</a:t>
              </a:r>
            </a:p>
            <a:p>
              <a:pPr>
                <a:lnSpc>
                  <a:spcPct val="150000"/>
                </a:lnSpc>
              </a:pPr>
              <a:r>
                <a:rPr lang="en-US" sz="12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Each packet also contains a timestamp</a:t>
              </a:r>
              <a:endParaRPr lang="en-US" sz="1200" b="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C5F81C8-907A-1292-09A7-8A28F3F8046B}"/>
                </a:ext>
              </a:extLst>
            </p:cNvPr>
            <p:cNvSpPr txBox="1"/>
            <p:nvPr/>
          </p:nvSpPr>
          <p:spPr>
            <a:xfrm>
              <a:off x="7065765" y="5849410"/>
              <a:ext cx="3381829" cy="13495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Streams</a:t>
              </a:r>
            </a:p>
            <a:p>
              <a:pPr algn="just">
                <a:lnSpc>
                  <a:spcPct val="150000"/>
                </a:lnSpc>
              </a:pPr>
              <a:r>
                <a:rPr lang="en-US" sz="12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Streams are continuous flows of packets. They connect calculators together. Enable real-time processing of video frames.</a:t>
              </a:r>
              <a:endParaRPr lang="en-US" sz="1200" b="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62E8EBB-0E23-B7CA-CBFC-D576FBBBF346}"/>
                </a:ext>
              </a:extLst>
            </p:cNvPr>
            <p:cNvSpPr txBox="1"/>
            <p:nvPr/>
          </p:nvSpPr>
          <p:spPr>
            <a:xfrm>
              <a:off x="3373458" y="2796493"/>
              <a:ext cx="9289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accent2">
                      <a:lumMod val="50000"/>
                      <a:lumOff val="50000"/>
                    </a:schemeClr>
                  </a:solidFill>
                  <a:latin typeface="Montserrat" panose="00000500000000000000" pitchFamily="2" charset="0"/>
                </a:rPr>
                <a:t>01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A7E44FE-6576-976A-4FFA-0B6B94CAF327}"/>
                </a:ext>
              </a:extLst>
            </p:cNvPr>
            <p:cNvSpPr txBox="1"/>
            <p:nvPr/>
          </p:nvSpPr>
          <p:spPr>
            <a:xfrm>
              <a:off x="3403044" y="5420065"/>
              <a:ext cx="9289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accent2">
                      <a:lumMod val="50000"/>
                      <a:lumOff val="50000"/>
                    </a:schemeClr>
                  </a:solidFill>
                  <a:latin typeface="Montserrat" panose="00000500000000000000" pitchFamily="2" charset="0"/>
                </a:rPr>
                <a:t>03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C554A52-ED6C-7F50-A635-32D15C6774E7}"/>
                </a:ext>
              </a:extLst>
            </p:cNvPr>
            <p:cNvSpPr txBox="1"/>
            <p:nvPr/>
          </p:nvSpPr>
          <p:spPr>
            <a:xfrm>
              <a:off x="7112003" y="2747297"/>
              <a:ext cx="9289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accent2">
                      <a:lumMod val="50000"/>
                      <a:lumOff val="50000"/>
                    </a:schemeClr>
                  </a:solidFill>
                  <a:latin typeface="Montserrat" panose="00000500000000000000" pitchFamily="2" charset="0"/>
                </a:rPr>
                <a:t>02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E868514-02AD-230A-8BC3-8FF31776A820}"/>
                </a:ext>
              </a:extLst>
            </p:cNvPr>
            <p:cNvSpPr txBox="1"/>
            <p:nvPr/>
          </p:nvSpPr>
          <p:spPr>
            <a:xfrm>
              <a:off x="7112003" y="5398117"/>
              <a:ext cx="9289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accent2">
                      <a:lumMod val="50000"/>
                      <a:lumOff val="50000"/>
                    </a:schemeClr>
                  </a:solidFill>
                  <a:latin typeface="Montserrat" panose="00000500000000000000" pitchFamily="2" charset="0"/>
                </a:rPr>
                <a:t>04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DE353A6-0FCB-2861-23EF-05CB95A38E4B}"/>
              </a:ext>
            </a:extLst>
          </p:cNvPr>
          <p:cNvSpPr txBox="1"/>
          <p:nvPr/>
        </p:nvSpPr>
        <p:spPr>
          <a:xfrm>
            <a:off x="2281970" y="1059065"/>
            <a:ext cx="86944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</a:rPr>
              <a:t>MediaPipe works using a graph-based pipeline architecture, where data flows through a sequence of processing stages in real time.</a:t>
            </a:r>
          </a:p>
          <a:p>
            <a:endParaRPr lang="en-IN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9FA050E7-62D4-EFA7-7613-46F396460D2F}"/>
              </a:ext>
            </a:extLst>
          </p:cNvPr>
          <p:cNvSpPr/>
          <p:nvPr/>
        </p:nvSpPr>
        <p:spPr>
          <a:xfrm>
            <a:off x="864351" y="1474563"/>
            <a:ext cx="331210" cy="330955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E64C5E-7968-9968-E4E4-C629DAE112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16" t="33936" r="32392" b="41685"/>
          <a:stretch>
            <a:fillRect/>
          </a:stretch>
        </p:blipFill>
        <p:spPr>
          <a:xfrm>
            <a:off x="447771" y="1824687"/>
            <a:ext cx="1164370" cy="129451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FA3F5C0-62BE-1DF7-E5C3-CCA21B9627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79" t="1905" r="33679" b="72978"/>
          <a:stretch>
            <a:fillRect/>
          </a:stretch>
        </p:blipFill>
        <p:spPr>
          <a:xfrm>
            <a:off x="447771" y="160884"/>
            <a:ext cx="1164370" cy="1294509"/>
          </a:xfrm>
          <a:prstGeom prst="rect">
            <a:avLst/>
          </a:prstGeom>
        </p:spPr>
      </p:pic>
      <p:sp>
        <p:nvSpPr>
          <p:cNvPr id="23" name="Arrow: Down 22">
            <a:extLst>
              <a:ext uri="{FF2B5EF4-FFF2-40B4-BE49-F238E27FC236}">
                <a16:creationId xmlns:a16="http://schemas.microsoft.com/office/drawing/2014/main" id="{D393F08B-9F5B-A5E0-5E33-038FF5ED1E2E}"/>
              </a:ext>
            </a:extLst>
          </p:cNvPr>
          <p:cNvSpPr/>
          <p:nvPr/>
        </p:nvSpPr>
        <p:spPr>
          <a:xfrm>
            <a:off x="864351" y="3159317"/>
            <a:ext cx="331210" cy="330955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D9DCAFE-1EF8-F73D-21CF-3DACA89B1A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67" t="65284" r="32372" b="12409"/>
          <a:stretch>
            <a:fillRect/>
          </a:stretch>
        </p:blipFill>
        <p:spPr>
          <a:xfrm>
            <a:off x="447771" y="3526800"/>
            <a:ext cx="1164370" cy="128446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BEE08E5-F319-E45B-3D2E-9A767B706C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48" t="32595" r="6891" b="34652"/>
          <a:stretch>
            <a:fillRect/>
          </a:stretch>
        </p:blipFill>
        <p:spPr>
          <a:xfrm>
            <a:off x="447770" y="5218865"/>
            <a:ext cx="1164371" cy="1315777"/>
          </a:xfrm>
          <a:prstGeom prst="rect">
            <a:avLst/>
          </a:prstGeom>
        </p:spPr>
      </p:pic>
      <p:sp>
        <p:nvSpPr>
          <p:cNvPr id="28" name="Arrow: Down 27">
            <a:extLst>
              <a:ext uri="{FF2B5EF4-FFF2-40B4-BE49-F238E27FC236}">
                <a16:creationId xmlns:a16="http://schemas.microsoft.com/office/drawing/2014/main" id="{AB9FE8A7-D46D-D51C-11FF-B5004F0F0E57}"/>
              </a:ext>
            </a:extLst>
          </p:cNvPr>
          <p:cNvSpPr/>
          <p:nvPr/>
        </p:nvSpPr>
        <p:spPr>
          <a:xfrm>
            <a:off x="864350" y="4849586"/>
            <a:ext cx="331210" cy="330955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4962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DA3384-2A4C-C2E8-D7CD-E2B34637C25A}"/>
              </a:ext>
            </a:extLst>
          </p:cNvPr>
          <p:cNvSpPr/>
          <p:nvPr/>
        </p:nvSpPr>
        <p:spPr>
          <a:xfrm>
            <a:off x="9455499" y="0"/>
            <a:ext cx="2736501" cy="6858000"/>
          </a:xfrm>
          <a:prstGeom prst="rect">
            <a:avLst/>
          </a:prstGeom>
          <a:solidFill>
            <a:schemeClr val="accent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2C3D169-3CC8-76B5-7131-BC3C75444B1B}"/>
              </a:ext>
            </a:extLst>
          </p:cNvPr>
          <p:cNvGrpSpPr/>
          <p:nvPr/>
        </p:nvGrpSpPr>
        <p:grpSpPr>
          <a:xfrm>
            <a:off x="90993" y="178358"/>
            <a:ext cx="9364506" cy="7031165"/>
            <a:chOff x="402492" y="350590"/>
            <a:chExt cx="9183635" cy="703116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A56461D-8BFA-A4AC-CC58-62A80693F7D5}"/>
                </a:ext>
              </a:extLst>
            </p:cNvPr>
            <p:cNvSpPr txBox="1"/>
            <p:nvPr/>
          </p:nvSpPr>
          <p:spPr>
            <a:xfrm>
              <a:off x="402492" y="1544901"/>
              <a:ext cx="9183635" cy="58368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1600" dirty="0">
                  <a:solidFill>
                    <a:schemeClr val="bg2"/>
                  </a:solidFill>
                  <a:latin typeface="Montserrat" panose="00000500000000000000" pitchFamily="2" charset="0"/>
                </a:rPr>
                <a:t>The Machine Learning component in MediaPipe is the intelligence layer responsible for understanding visual data.</a:t>
              </a:r>
            </a:p>
            <a:p>
              <a:pPr algn="just">
                <a:lnSpc>
                  <a:spcPct val="150000"/>
                </a:lnSpc>
              </a:pPr>
              <a:r>
                <a:rPr lang="en-US" sz="1600" dirty="0">
                  <a:solidFill>
                    <a:schemeClr val="bg2"/>
                  </a:solidFill>
                  <a:latin typeface="Montserrat" panose="00000500000000000000" pitchFamily="2" charset="0"/>
                </a:rPr>
                <a:t>TensorFlow Lite (TFLite) is a lightweight machine learning framework designed to run ML models efficiently on edge devices such as mobile phones, browsers, and embedded systems.</a:t>
              </a:r>
            </a:p>
            <a:p>
              <a:r>
                <a:rPr lang="en-US" sz="1600" dirty="0">
                  <a:solidFill>
                    <a:schemeClr val="bg2"/>
                  </a:solidFill>
                  <a:latin typeface="Montserrat" panose="00000500000000000000" pitchFamily="2" charset="0"/>
                </a:rPr>
                <a:t>Unlike full TensorFlow, TFLite is optimized for: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bg2"/>
                  </a:solidFill>
                  <a:latin typeface="Montserrat" panose="00000500000000000000" pitchFamily="2" charset="0"/>
                </a:rPr>
                <a:t>Low latency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bg2"/>
                  </a:solidFill>
                  <a:latin typeface="Montserrat" panose="00000500000000000000" pitchFamily="2" charset="0"/>
                </a:rPr>
                <a:t>Low memory usage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bg2"/>
                  </a:solidFill>
                  <a:latin typeface="Montserrat" panose="00000500000000000000" pitchFamily="2" charset="0"/>
                </a:rPr>
                <a:t>Real-time inference</a:t>
              </a:r>
            </a:p>
            <a:p>
              <a:pPr algn="just">
                <a:lnSpc>
                  <a:spcPct val="150000"/>
                </a:lnSpc>
              </a:pPr>
              <a:endParaRPr lang="en-US" sz="1600" i="0" dirty="0">
                <a:solidFill>
                  <a:schemeClr val="bg2"/>
                </a:solidFill>
                <a:effectLst/>
                <a:latin typeface="Montserrat" panose="00000500000000000000" pitchFamily="2" charset="0"/>
              </a:endParaRPr>
            </a:p>
            <a:p>
              <a:r>
                <a:rPr lang="en-US" b="1" dirty="0">
                  <a:solidFill>
                    <a:schemeClr val="bg2"/>
                  </a:solidFill>
                  <a:latin typeface="Montserrat" panose="00000500000000000000" pitchFamily="2" charset="0"/>
                </a:rPr>
                <a:t>Types of ML Models in MediaPipe</a:t>
              </a:r>
            </a:p>
            <a:p>
              <a:endParaRPr lang="en-US" b="1" dirty="0">
                <a:solidFill>
                  <a:schemeClr val="bg2"/>
                </a:solidFill>
                <a:latin typeface="Montserrat" panose="00000500000000000000" pitchFamily="2" charset="0"/>
              </a:endParaRPr>
            </a:p>
            <a:p>
              <a:r>
                <a:rPr lang="en-US" dirty="0">
                  <a:solidFill>
                    <a:schemeClr val="bg2"/>
                  </a:solidFill>
                  <a:latin typeface="Montserrat" panose="00000500000000000000" pitchFamily="2" charset="0"/>
                </a:rPr>
                <a:t>1.Detection Models :</a:t>
              </a:r>
            </a:p>
            <a:p>
              <a:r>
                <a:rPr lang="en-US" dirty="0">
                  <a:solidFill>
                    <a:schemeClr val="bg2"/>
                  </a:solidFill>
                  <a:latin typeface="Montserrat" panose="00000500000000000000" pitchFamily="2" charset="0"/>
                </a:rPr>
                <a:t>  Identify object presence and location                                           </a:t>
              </a:r>
            </a:p>
            <a:p>
              <a:r>
                <a:rPr lang="en-US" dirty="0">
                  <a:solidFill>
                    <a:schemeClr val="bg2"/>
                  </a:solidFill>
                  <a:latin typeface="Montserrat" panose="00000500000000000000" pitchFamily="2" charset="0"/>
                </a:rPr>
                <a:t>    Face Detection</a:t>
              </a:r>
            </a:p>
            <a:p>
              <a:r>
                <a:rPr lang="en-US" dirty="0">
                  <a:solidFill>
                    <a:schemeClr val="bg2"/>
                  </a:solidFill>
                  <a:latin typeface="Montserrat" panose="00000500000000000000" pitchFamily="2" charset="0"/>
                </a:rPr>
                <a:t>    Hand Detection</a:t>
              </a:r>
            </a:p>
            <a:p>
              <a:r>
                <a:rPr lang="en-US" dirty="0">
                  <a:solidFill>
                    <a:schemeClr val="bg2"/>
                  </a:solidFill>
                  <a:latin typeface="Montserrat" panose="00000500000000000000" pitchFamily="2" charset="0"/>
                </a:rPr>
                <a:t>    Pose Detection</a:t>
              </a:r>
              <a:br>
                <a:rPr lang="en-US" dirty="0">
                  <a:solidFill>
                    <a:schemeClr val="bg2"/>
                  </a:solidFill>
                  <a:latin typeface="Montserrat" panose="00000500000000000000" pitchFamily="2" charset="0"/>
                </a:rPr>
              </a:br>
              <a:endParaRPr lang="en-US" dirty="0">
                <a:solidFill>
                  <a:schemeClr val="bg2"/>
                </a:solidFill>
                <a:latin typeface="Montserrat" panose="00000500000000000000" pitchFamily="2" charset="0"/>
              </a:endParaRPr>
            </a:p>
            <a:p>
              <a:pPr algn="just">
                <a:lnSpc>
                  <a:spcPct val="150000"/>
                </a:lnSpc>
              </a:pPr>
              <a:endParaRPr lang="en-US" sz="1600" i="0" dirty="0">
                <a:solidFill>
                  <a:schemeClr val="bg2"/>
                </a:solidFill>
                <a:effectLst/>
                <a:latin typeface="Montserrat" panose="00000500000000000000" pitchFamily="2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111A5DE-D02A-006A-BF9B-2DE91184AAD6}"/>
                </a:ext>
              </a:extLst>
            </p:cNvPr>
            <p:cNvSpPr txBox="1"/>
            <p:nvPr/>
          </p:nvSpPr>
          <p:spPr>
            <a:xfrm>
              <a:off x="442686" y="350590"/>
              <a:ext cx="8952523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>
                  <a:solidFill>
                    <a:schemeClr val="accent2">
                      <a:lumMod val="50000"/>
                      <a:lumOff val="50000"/>
                    </a:schemeClr>
                  </a:solidFill>
                  <a:latin typeface="Montserrat" panose="00000500000000000000" pitchFamily="2" charset="0"/>
                </a:rPr>
                <a:t>Machine Learning Component – TensorFlow Lite in MediaPipe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45C529CA-F7B4-D4CE-9139-FABA4C3F7E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5" t="1427" r="16032" b="8142"/>
          <a:stretch>
            <a:fillRect/>
          </a:stretch>
        </p:blipFill>
        <p:spPr>
          <a:xfrm>
            <a:off x="9646417" y="178358"/>
            <a:ext cx="2381460" cy="65012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87B195B-679C-3F2A-48BE-2369EFD412E3}"/>
              </a:ext>
            </a:extLst>
          </p:cNvPr>
          <p:cNvSpPr txBox="1"/>
          <p:nvPr/>
        </p:nvSpPr>
        <p:spPr>
          <a:xfrm>
            <a:off x="4773246" y="5066138"/>
            <a:ext cx="48634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  <a:t>2.Landmark Models :</a:t>
            </a:r>
          </a:p>
          <a:p>
            <a: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  <a:t>    Provide precise key-point coordinates</a:t>
            </a:r>
          </a:p>
          <a:p>
            <a:pPr lvl="1"/>
            <a: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  <a:t>Face Mesh (468 points)</a:t>
            </a:r>
          </a:p>
          <a:p>
            <a:pPr lvl="1"/>
            <a: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  <a:t>Hand Landmarks (21 points)</a:t>
            </a:r>
          </a:p>
          <a:p>
            <a:pPr lvl="1"/>
            <a: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  <a:t>Pose Landmarks (33 points)</a:t>
            </a:r>
            <a:b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</a:br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2C0B7D-BAFD-5400-6B56-7AA49A48019F}"/>
              </a:ext>
            </a:extLst>
          </p:cNvPr>
          <p:cNvCxnSpPr/>
          <p:nvPr/>
        </p:nvCxnSpPr>
        <p:spPr>
          <a:xfrm>
            <a:off x="4696400" y="5089329"/>
            <a:ext cx="0" cy="1521372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0047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E237A7-681D-FD32-E89E-C3398932535C}"/>
              </a:ext>
            </a:extLst>
          </p:cNvPr>
          <p:cNvSpPr/>
          <p:nvPr/>
        </p:nvSpPr>
        <p:spPr>
          <a:xfrm>
            <a:off x="8572500" y="0"/>
            <a:ext cx="3619500" cy="6858000"/>
          </a:xfrm>
          <a:prstGeom prst="rect">
            <a:avLst/>
          </a:prstGeom>
          <a:solidFill>
            <a:schemeClr val="accent2">
              <a:lumMod val="50000"/>
              <a:lumOff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9FDFEB-98D9-C736-8732-C1004CB28E5A}"/>
              </a:ext>
            </a:extLst>
          </p:cNvPr>
          <p:cNvSpPr txBox="1"/>
          <p:nvPr/>
        </p:nvSpPr>
        <p:spPr>
          <a:xfrm>
            <a:off x="403101" y="1844378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bg2"/>
                </a:solidFill>
                <a:latin typeface="Montserrat" panose="00000500000000000000" pitchFamily="2" charset="0"/>
              </a:rPr>
              <a:t>Input Frame: </a:t>
            </a:r>
            <a:r>
              <a:rPr lang="en-US" altLang="en-US" dirty="0">
                <a:solidFill>
                  <a:schemeClr val="bg2"/>
                </a:solidFill>
                <a:latin typeface="Montserrat" panose="00000500000000000000" pitchFamily="2" charset="0"/>
              </a:rPr>
              <a:t>Captures raw image or video frame from the source.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bg2"/>
              </a:solidFill>
              <a:latin typeface="Montserrat" panose="00000500000000000000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bg2"/>
                </a:solidFill>
                <a:latin typeface="Montserrat" panose="00000500000000000000" pitchFamily="2" charset="0"/>
              </a:rPr>
              <a:t>Detection Model: </a:t>
            </a:r>
            <a:r>
              <a:rPr lang="en-US" altLang="en-US" dirty="0">
                <a:solidFill>
                  <a:schemeClr val="bg2"/>
                </a:solidFill>
                <a:latin typeface="Montserrat" panose="00000500000000000000" pitchFamily="2" charset="0"/>
              </a:rPr>
              <a:t>Locates the target object and defines a region of interest.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bg2"/>
              </a:solidFill>
              <a:latin typeface="Montserrat" panose="00000500000000000000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bg2"/>
                </a:solidFill>
                <a:latin typeface="Montserrat" panose="00000500000000000000" pitchFamily="2" charset="0"/>
              </a:rPr>
              <a:t>Landmark Model: </a:t>
            </a:r>
            <a:r>
              <a:rPr lang="en-US" altLang="en-US" dirty="0">
                <a:solidFill>
                  <a:schemeClr val="bg2"/>
                </a:solidFill>
                <a:latin typeface="Montserrat" panose="00000500000000000000" pitchFamily="2" charset="0"/>
              </a:rPr>
              <a:t>Predicts precise keypoints within the detected region.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bg2"/>
              </a:solidFill>
              <a:latin typeface="Montserrat" panose="00000500000000000000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bg2"/>
                </a:solidFill>
                <a:latin typeface="Montserrat" panose="00000500000000000000" pitchFamily="2" charset="0"/>
              </a:rPr>
              <a:t>Post-Processing: </a:t>
            </a:r>
            <a:r>
              <a:rPr lang="en-US" altLang="en-US" dirty="0">
                <a:solidFill>
                  <a:schemeClr val="bg2"/>
                </a:solidFill>
                <a:latin typeface="Montserrat" panose="00000500000000000000" pitchFamily="2" charset="0"/>
              </a:rPr>
              <a:t>Smooths, tracks, and refines landmark predictions.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bg2"/>
              </a:solidFill>
              <a:latin typeface="Montserrat" panose="00000500000000000000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bg2"/>
                </a:solidFill>
                <a:latin typeface="Montserrat" panose="00000500000000000000" pitchFamily="2" charset="0"/>
              </a:rPr>
              <a:t>Output: </a:t>
            </a:r>
            <a:r>
              <a:rPr lang="en-US" altLang="en-US" dirty="0">
                <a:solidFill>
                  <a:schemeClr val="bg2"/>
                </a:solidFill>
                <a:latin typeface="Montserrat" panose="00000500000000000000" pitchFamily="2" charset="0"/>
              </a:rPr>
              <a:t>Produces final landmarks, bounding boxes, or visual overlays</a:t>
            </a:r>
            <a:endParaRPr lang="en-US" i="0" dirty="0">
              <a:solidFill>
                <a:schemeClr val="bg2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4B4B9A-0CB7-3C0A-A744-88D5B8BFCC1C}"/>
              </a:ext>
            </a:extLst>
          </p:cNvPr>
          <p:cNvSpPr txBox="1"/>
          <p:nvPr/>
        </p:nvSpPr>
        <p:spPr>
          <a:xfrm>
            <a:off x="403101" y="521015"/>
            <a:ext cx="624229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50000"/>
                    <a:lumOff val="50000"/>
                  </a:schemeClr>
                </a:solidFill>
                <a:latin typeface="Montserrat" panose="00000500000000000000" pitchFamily="2" charset="0"/>
              </a:rPr>
              <a:t>End-to-End MediaPipe Processing Pipeline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77BD7F1-E70C-2724-D827-79240EB70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EC4ABC-6FFA-0CE4-82C9-6236857C0E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16" r="14103" b="7597"/>
          <a:stretch>
            <a:fillRect/>
          </a:stretch>
        </p:blipFill>
        <p:spPr>
          <a:xfrm>
            <a:off x="7333669" y="258744"/>
            <a:ext cx="3245275" cy="63369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29656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FFF9AF5-91B5-1E19-8E33-03062A5DE6B3}"/>
              </a:ext>
            </a:extLst>
          </p:cNvPr>
          <p:cNvSpPr/>
          <p:nvPr/>
        </p:nvSpPr>
        <p:spPr>
          <a:xfrm>
            <a:off x="-4795" y="3948932"/>
            <a:ext cx="3424632" cy="2602594"/>
          </a:xfrm>
          <a:prstGeom prst="rect">
            <a:avLst/>
          </a:prstGeom>
          <a:solidFill>
            <a:schemeClr val="accent1"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8B34F9C-0733-1068-5670-6AA7D071D933}"/>
              </a:ext>
            </a:extLst>
          </p:cNvPr>
          <p:cNvGrpSpPr/>
          <p:nvPr/>
        </p:nvGrpSpPr>
        <p:grpSpPr>
          <a:xfrm>
            <a:off x="3271454" y="471073"/>
            <a:ext cx="8457047" cy="4143940"/>
            <a:chOff x="5020889" y="185976"/>
            <a:chExt cx="7965520" cy="414394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A4EDC3A-CF58-503E-D6B5-0E809B5CFF7E}"/>
                </a:ext>
              </a:extLst>
            </p:cNvPr>
            <p:cNvSpPr txBox="1"/>
            <p:nvPr/>
          </p:nvSpPr>
          <p:spPr>
            <a:xfrm>
              <a:off x="5020889" y="1201495"/>
              <a:ext cx="4296808" cy="31284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b="1" dirty="0">
                  <a:solidFill>
                    <a:schemeClr val="accent2">
                      <a:lumMod val="25000"/>
                      <a:lumOff val="75000"/>
                    </a:schemeClr>
                  </a:solidFill>
                  <a:latin typeface="Montserrat" panose="00000500000000000000" pitchFamily="2" charset="0"/>
                </a:rPr>
                <a:t>Stage 1: Palm Detection Model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600" dirty="0">
                  <a:solidFill>
                    <a:schemeClr val="bg2"/>
                  </a:solidFill>
                  <a:latin typeface="Montserrat" panose="00000500000000000000" pitchFamily="2" charset="0"/>
                </a:rPr>
                <a:t>MediaPipe uses a Single Shot Detector (SSD)–based model.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600" dirty="0">
                  <a:solidFill>
                    <a:schemeClr val="bg2"/>
                  </a:solidFill>
                  <a:latin typeface="Montserrat" panose="00000500000000000000" pitchFamily="2" charset="0"/>
                </a:rPr>
                <a:t>Detects palms instead of full hands because  </a:t>
              </a:r>
              <a:r>
                <a:rPr lang="en-US" altLang="en-US" sz="1600" dirty="0">
                  <a:solidFill>
                    <a:schemeClr val="bg2"/>
                  </a:solidFill>
                  <a:latin typeface="Montserrat" panose="00000500000000000000" pitchFamily="2" charset="0"/>
                </a:rPr>
                <a:t>Palms are rigid and easier to detect</a:t>
              </a:r>
              <a:endParaRPr lang="en-IN" sz="1600" dirty="0">
                <a:solidFill>
                  <a:schemeClr val="bg2"/>
                </a:solidFill>
                <a:latin typeface="Montserrat" panose="00000500000000000000" pitchFamily="2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600" dirty="0">
                  <a:solidFill>
                    <a:schemeClr val="bg2"/>
                  </a:solidFill>
                  <a:latin typeface="Montserrat" panose="00000500000000000000" pitchFamily="2" charset="0"/>
                </a:rPr>
                <a:t>Outputs: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IN" sz="1600" dirty="0">
                  <a:solidFill>
                    <a:schemeClr val="bg2"/>
                  </a:solidFill>
                  <a:latin typeface="Montserrat" panose="00000500000000000000" pitchFamily="2" charset="0"/>
                </a:rPr>
                <a:t>Oriented bounding box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IN" sz="1600" dirty="0">
                  <a:solidFill>
                    <a:schemeClr val="bg2"/>
                  </a:solidFill>
                  <a:latin typeface="Montserrat" panose="00000500000000000000" pitchFamily="2" charset="0"/>
                </a:rPr>
                <a:t>Palm confidence score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600" dirty="0">
                  <a:solidFill>
                    <a:schemeClr val="bg2"/>
                  </a:solidFill>
                  <a:latin typeface="Montserrat" panose="00000500000000000000" pitchFamily="2" charset="0"/>
                </a:rPr>
                <a:t>Palm detection runs periodically to initialize tracking.</a:t>
              </a:r>
            </a:p>
            <a:p>
              <a:pPr algn="l">
                <a:lnSpc>
                  <a:spcPct val="150000"/>
                </a:lnSpc>
              </a:pPr>
              <a:endParaRPr lang="en-US" sz="1600" i="0" dirty="0">
                <a:solidFill>
                  <a:schemeClr val="bg2"/>
                </a:solidFill>
                <a:effectLst/>
                <a:latin typeface="Montserrat" panose="00000500000000000000" pitchFamily="2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1B324C0-1BBD-D3DA-3183-97F0155EDB32}"/>
                </a:ext>
              </a:extLst>
            </p:cNvPr>
            <p:cNvSpPr txBox="1"/>
            <p:nvPr/>
          </p:nvSpPr>
          <p:spPr>
            <a:xfrm>
              <a:off x="5589706" y="185976"/>
              <a:ext cx="7396703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4000" b="1" dirty="0">
                  <a:solidFill>
                    <a:schemeClr val="accent2">
                      <a:lumMod val="50000"/>
                      <a:lumOff val="50000"/>
                    </a:schemeClr>
                  </a:solidFill>
                  <a:latin typeface="Montserrat" panose="00000500000000000000" pitchFamily="2" charset="0"/>
                </a:rPr>
                <a:t>MediaPipe Hand Detection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586E99E-5CC8-6D91-2D69-CC3BA13E399C}"/>
              </a:ext>
            </a:extLst>
          </p:cNvPr>
          <p:cNvGrpSpPr/>
          <p:nvPr/>
        </p:nvGrpSpPr>
        <p:grpSpPr>
          <a:xfrm>
            <a:off x="472272" y="970143"/>
            <a:ext cx="2258274" cy="3462082"/>
            <a:chOff x="405105" y="1185705"/>
            <a:chExt cx="3051529" cy="4181212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98736EC8-61C4-C6D3-7498-D8561D891BC6}"/>
                </a:ext>
              </a:extLst>
            </p:cNvPr>
            <p:cNvSpPr/>
            <p:nvPr/>
          </p:nvSpPr>
          <p:spPr>
            <a:xfrm>
              <a:off x="999962" y="1185705"/>
              <a:ext cx="2456672" cy="3444353"/>
            </a:xfrm>
            <a:prstGeom prst="roundRect">
              <a:avLst>
                <a:gd name="adj" fmla="val 7330"/>
              </a:avLst>
            </a:prstGeom>
            <a:gradFill flip="none" rotWithShape="1">
              <a:gsLst>
                <a:gs pos="20000">
                  <a:schemeClr val="accent2">
                    <a:lumMod val="50000"/>
                    <a:lumOff val="50000"/>
                  </a:schemeClr>
                </a:gs>
                <a:gs pos="76100">
                  <a:schemeClr val="accent1">
                    <a:lumMod val="7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ontserrat" panose="00000500000000000000" pitchFamily="2" charset="0"/>
              </a:endParaRPr>
            </a:p>
          </p:txBody>
        </p:sp>
        <p:pic>
          <p:nvPicPr>
            <p:cNvPr id="6150" name="Picture 6" descr="Free photo asian technician with vr glasses developing product, helping with industrial machinery production. cad engineer manufacturing gears model with virtual reality 3d headset and software.">
              <a:extLst>
                <a:ext uri="{FF2B5EF4-FFF2-40B4-BE49-F238E27FC236}">
                  <a16:creationId xmlns:a16="http://schemas.microsoft.com/office/drawing/2014/main" id="{CFDB558E-A00C-3B1D-94C1-F01281A3EC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105" y="2414972"/>
              <a:ext cx="1966391" cy="2951945"/>
            </a:xfrm>
            <a:prstGeom prst="round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DE64E0D-5A44-BB47-86C3-3EC767EC60FF}"/>
              </a:ext>
            </a:extLst>
          </p:cNvPr>
          <p:cNvGrpSpPr/>
          <p:nvPr/>
        </p:nvGrpSpPr>
        <p:grpSpPr>
          <a:xfrm>
            <a:off x="204316" y="231581"/>
            <a:ext cx="498676" cy="513292"/>
            <a:chOff x="9029020" y="5750437"/>
            <a:chExt cx="384854" cy="396135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788711F9-83ED-C2BD-C76B-665642127964}"/>
                </a:ext>
              </a:extLst>
            </p:cNvPr>
            <p:cNvSpPr/>
            <p:nvPr/>
          </p:nvSpPr>
          <p:spPr>
            <a:xfrm>
              <a:off x="9029020" y="5750437"/>
              <a:ext cx="184829" cy="184829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3717367-8195-FB57-23A2-569F978684D0}"/>
                </a:ext>
              </a:extLst>
            </p:cNvPr>
            <p:cNvSpPr/>
            <p:nvPr/>
          </p:nvSpPr>
          <p:spPr>
            <a:xfrm>
              <a:off x="9229045" y="5750437"/>
              <a:ext cx="184829" cy="184829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E7D80F92-1E97-291D-9F9F-791D0CCD9691}"/>
                </a:ext>
              </a:extLst>
            </p:cNvPr>
            <p:cNvSpPr/>
            <p:nvPr/>
          </p:nvSpPr>
          <p:spPr>
            <a:xfrm>
              <a:off x="9029020" y="5961743"/>
              <a:ext cx="184829" cy="184829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324624D7-45C8-E8B1-0EDB-47082E703776}"/>
                </a:ext>
              </a:extLst>
            </p:cNvPr>
            <p:cNvSpPr/>
            <p:nvPr/>
          </p:nvSpPr>
          <p:spPr>
            <a:xfrm>
              <a:off x="9229045" y="5961743"/>
              <a:ext cx="184829" cy="184829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ontserrat" panose="00000500000000000000" pitchFamily="2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3655A1F-AD74-F099-E421-1A37C9C29392}"/>
              </a:ext>
            </a:extLst>
          </p:cNvPr>
          <p:cNvSpPr txBox="1"/>
          <p:nvPr/>
        </p:nvSpPr>
        <p:spPr>
          <a:xfrm>
            <a:off x="7801936" y="1415998"/>
            <a:ext cx="439006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2">
                    <a:lumMod val="25000"/>
                    <a:lumOff val="75000"/>
                  </a:schemeClr>
                </a:solidFill>
                <a:latin typeface="Montserrat" panose="00000500000000000000" pitchFamily="2" charset="0"/>
              </a:rPr>
              <a:t>Stage 2: Hand Landmark Regression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2"/>
                </a:solidFill>
                <a:latin typeface="Montserrat" panose="00000500000000000000" pitchFamily="2" charset="0"/>
              </a:rPr>
              <a:t>Cropped palm region is passed to landmark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2"/>
                </a:solidFill>
                <a:latin typeface="Montserrat" panose="00000500000000000000" pitchFamily="2" charset="0"/>
              </a:rPr>
              <a:t>Uses a regression-based neural network.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2"/>
                </a:solidFill>
                <a:latin typeface="Montserrat" panose="00000500000000000000" pitchFamily="2" charset="0"/>
              </a:rPr>
              <a:t>Predicts 21 hand landmarks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2"/>
                </a:solidFill>
                <a:latin typeface="Montserrat" panose="00000500000000000000" pitchFamily="2" charset="0"/>
              </a:rPr>
              <a:t>Outputs per landmark: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2"/>
                </a:solidFill>
                <a:latin typeface="Montserrat" panose="00000500000000000000" pitchFamily="2" charset="0"/>
              </a:rPr>
              <a:t>x, y image coordinates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2"/>
                </a:solidFill>
                <a:latin typeface="Montserrat" panose="00000500000000000000" pitchFamily="2" charset="0"/>
              </a:rPr>
              <a:t>z relative depth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2"/>
                </a:solidFill>
                <a:latin typeface="Montserrat" panose="00000500000000000000" pitchFamily="2" charset="0"/>
              </a:rPr>
              <a:t>This model performs precise finger joint localization.</a:t>
            </a:r>
          </a:p>
          <a:p>
            <a:endParaRPr lang="en-IN" dirty="0">
              <a:solidFill>
                <a:schemeClr val="bg2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1B7623-74C7-5EF8-305B-8EAC88AB3F08}"/>
              </a:ext>
            </a:extLst>
          </p:cNvPr>
          <p:cNvSpPr txBox="1"/>
          <p:nvPr/>
        </p:nvSpPr>
        <p:spPr>
          <a:xfrm>
            <a:off x="3443329" y="4739985"/>
            <a:ext cx="41431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2">
                    <a:lumMod val="25000"/>
                    <a:lumOff val="75000"/>
                  </a:schemeClr>
                </a:solidFill>
                <a:latin typeface="Montserrat" panose="00000500000000000000" pitchFamily="2" charset="0"/>
              </a:rPr>
              <a:t>Stage 3: Tracking &amp; Post-Processing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Montserrat" panose="00000500000000000000" pitchFamily="2" charset="0"/>
              </a:rPr>
              <a:t>ROI tracking across frames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Montserrat" panose="00000500000000000000" pitchFamily="2" charset="0"/>
              </a:rPr>
              <a:t>Landmark smoothing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Montserrat" panose="00000500000000000000" pitchFamily="2" charset="0"/>
              </a:rPr>
              <a:t>Handedness classification (Left / Right)</a:t>
            </a:r>
          </a:p>
          <a:p>
            <a:endParaRPr lang="en-US" sz="1600" dirty="0">
              <a:solidFill>
                <a:schemeClr val="bg2"/>
              </a:solidFill>
              <a:latin typeface="Montserrat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FC3517-BCFB-FF8D-98EC-5AF57E7AB1F7}"/>
              </a:ext>
            </a:extLst>
          </p:cNvPr>
          <p:cNvSpPr txBox="1"/>
          <p:nvPr/>
        </p:nvSpPr>
        <p:spPr>
          <a:xfrm>
            <a:off x="7981787" y="4739985"/>
            <a:ext cx="264848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2">
                    <a:lumMod val="25000"/>
                    <a:lumOff val="75000"/>
                  </a:schemeClr>
                </a:solidFill>
                <a:latin typeface="Montserrat" panose="00000500000000000000" pitchFamily="2" charset="0"/>
              </a:rPr>
              <a:t>Final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Montserrat" panose="00000500000000000000" pitchFamily="2" charset="0"/>
              </a:rPr>
              <a:t>21 hand landmarks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Montserrat" panose="00000500000000000000" pitchFamily="2" charset="0"/>
              </a:rPr>
              <a:t>Stable hand skeleton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Montserrat" panose="00000500000000000000" pitchFamily="2" charset="0"/>
              </a:rPr>
              <a:t>Gesture-ready data</a:t>
            </a:r>
          </a:p>
          <a:p>
            <a:endParaRPr lang="en-IN" sz="1600" dirty="0">
              <a:latin typeface="Montserrat" panose="00000500000000000000" pitchFamily="2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533C668-F735-330B-0427-5D641D92F6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730" y="2463361"/>
            <a:ext cx="1061135" cy="178231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F47F0CE-EA98-F765-9BCC-B440CBE9CB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41"/>
          <a:stretch>
            <a:fillRect/>
          </a:stretch>
        </p:blipFill>
        <p:spPr>
          <a:xfrm>
            <a:off x="653142" y="4542425"/>
            <a:ext cx="2371412" cy="181528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706125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1D7F1D0-D5DC-4B43-0050-88AF6E343B73}"/>
              </a:ext>
            </a:extLst>
          </p:cNvPr>
          <p:cNvSpPr/>
          <p:nvPr/>
        </p:nvSpPr>
        <p:spPr>
          <a:xfrm>
            <a:off x="648111" y="-838928"/>
            <a:ext cx="1669143" cy="1669143"/>
          </a:xfrm>
          <a:prstGeom prst="ellipse">
            <a:avLst/>
          </a:prstGeom>
          <a:gradFill>
            <a:gsLst>
              <a:gs pos="20000">
                <a:schemeClr val="accent2">
                  <a:lumMod val="50000"/>
                  <a:lumOff val="50000"/>
                </a:schemeClr>
              </a:gs>
              <a:gs pos="761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2163497-6408-1EE6-749E-FF5AC3E00D74}"/>
              </a:ext>
            </a:extLst>
          </p:cNvPr>
          <p:cNvGrpSpPr/>
          <p:nvPr/>
        </p:nvGrpSpPr>
        <p:grpSpPr>
          <a:xfrm>
            <a:off x="0" y="-411033"/>
            <a:ext cx="12319279" cy="7215179"/>
            <a:chOff x="-451740" y="-452692"/>
            <a:chExt cx="12319279" cy="7215179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41D3204-A95B-AE24-AE03-5058E226BA6D}"/>
                </a:ext>
              </a:extLst>
            </p:cNvPr>
            <p:cNvGrpSpPr/>
            <p:nvPr/>
          </p:nvGrpSpPr>
          <p:grpSpPr>
            <a:xfrm>
              <a:off x="2066479" y="305659"/>
              <a:ext cx="9801060" cy="2878555"/>
              <a:chOff x="1674594" y="-573793"/>
              <a:chExt cx="9801060" cy="2878555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DD48612-C28C-2682-6E46-A4F9472C96E3}"/>
                  </a:ext>
                </a:extLst>
              </p:cNvPr>
              <p:cNvSpPr txBox="1"/>
              <p:nvPr/>
            </p:nvSpPr>
            <p:spPr>
              <a:xfrm>
                <a:off x="2948901" y="242659"/>
                <a:ext cx="5529943" cy="20621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600" b="1" dirty="0">
                    <a:solidFill>
                      <a:schemeClr val="accent2">
                        <a:lumMod val="25000"/>
                        <a:lumOff val="75000"/>
                      </a:schemeClr>
                    </a:solidFill>
                    <a:latin typeface="Montserrat" panose="00000500000000000000" pitchFamily="2" charset="0"/>
                  </a:rPr>
                  <a:t>Stage 1: Face Detection Model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 dirty="0">
                    <a:solidFill>
                      <a:schemeClr val="bg2"/>
                    </a:solidFill>
                    <a:latin typeface="Montserrat" panose="00000500000000000000" pitchFamily="2" charset="0"/>
                  </a:rPr>
                  <a:t>Uses BlazeFace, a custom lightweight CNN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 dirty="0">
                    <a:solidFill>
                      <a:schemeClr val="bg2"/>
                    </a:solidFill>
                    <a:latin typeface="Montserrat" panose="00000500000000000000" pitchFamily="2" charset="0"/>
                  </a:rPr>
                  <a:t>Optimized for real-time performance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 dirty="0">
                    <a:solidFill>
                      <a:schemeClr val="bg2"/>
                    </a:solidFill>
                    <a:latin typeface="Montserrat" panose="00000500000000000000" pitchFamily="2" charset="0"/>
                  </a:rPr>
                  <a:t>Anchor-based detector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 dirty="0">
                    <a:solidFill>
                      <a:schemeClr val="bg2"/>
                    </a:solidFill>
                    <a:latin typeface="Montserrat" panose="00000500000000000000" pitchFamily="2" charset="0"/>
                  </a:rPr>
                  <a:t>Predicts: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sz="1600" dirty="0">
                    <a:solidFill>
                      <a:schemeClr val="bg2"/>
                    </a:solidFill>
                    <a:latin typeface="Montserrat" panose="00000500000000000000" pitchFamily="2" charset="0"/>
                  </a:rPr>
                  <a:t>Face bounding boxes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sz="1600" dirty="0">
                    <a:solidFill>
                      <a:schemeClr val="bg2"/>
                    </a:solidFill>
                    <a:latin typeface="Montserrat" panose="00000500000000000000" pitchFamily="2" charset="0"/>
                  </a:rPr>
                  <a:t>Facial keypoints (eyes, nose)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 dirty="0">
                    <a:solidFill>
                      <a:schemeClr val="bg2"/>
                    </a:solidFill>
                    <a:latin typeface="Montserrat" panose="00000500000000000000" pitchFamily="2" charset="0"/>
                  </a:rPr>
                  <a:t>Only locates the face region.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33EF22-836F-0E3A-946D-8F936F7C1F5E}"/>
                  </a:ext>
                </a:extLst>
              </p:cNvPr>
              <p:cNvSpPr txBox="1"/>
              <p:nvPr/>
            </p:nvSpPr>
            <p:spPr>
              <a:xfrm>
                <a:off x="1674594" y="-573793"/>
                <a:ext cx="980106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b="1" dirty="0">
                    <a:solidFill>
                      <a:schemeClr val="accent2">
                        <a:lumMod val="50000"/>
                        <a:lumOff val="50000"/>
                      </a:schemeClr>
                    </a:solidFill>
                    <a:latin typeface="Montserrat" panose="00000500000000000000" pitchFamily="2" charset="0"/>
                  </a:rPr>
                  <a:t>MediaPipe Face Detection &amp; Face Mesh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EE35D82-B33B-0469-FDB7-6BDFB94CC164}"/>
                </a:ext>
              </a:extLst>
            </p:cNvPr>
            <p:cNvGrpSpPr/>
            <p:nvPr/>
          </p:nvGrpSpPr>
          <p:grpSpPr>
            <a:xfrm>
              <a:off x="-451740" y="-452692"/>
              <a:ext cx="3935007" cy="7215179"/>
              <a:chOff x="-451740" y="-452692"/>
              <a:chExt cx="3935007" cy="7215179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DF77A242-B395-A101-5F1B-91218D1F9D1D}"/>
                  </a:ext>
                </a:extLst>
              </p:cNvPr>
              <p:cNvSpPr/>
              <p:nvPr/>
            </p:nvSpPr>
            <p:spPr>
              <a:xfrm>
                <a:off x="-451740" y="4271717"/>
                <a:ext cx="2518219" cy="2490770"/>
              </a:xfrm>
              <a:prstGeom prst="ellipse">
                <a:avLst/>
              </a:prstGeom>
              <a:gradFill>
                <a:gsLst>
                  <a:gs pos="20000">
                    <a:schemeClr val="accent2">
                      <a:lumMod val="50000"/>
                      <a:lumOff val="50000"/>
                    </a:schemeClr>
                  </a:gs>
                  <a:gs pos="76100">
                    <a:schemeClr val="accent1">
                      <a:lumMod val="75000"/>
                    </a:schemeClr>
                  </a:gs>
                  <a:gs pos="100000">
                    <a:schemeClr val="accent1">
                      <a:lumMod val="50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06A4C6B-531A-FFB0-18BF-47DB7FE58599}"/>
                  </a:ext>
                </a:extLst>
              </p:cNvPr>
              <p:cNvSpPr/>
              <p:nvPr/>
            </p:nvSpPr>
            <p:spPr>
              <a:xfrm>
                <a:off x="1326052" y="2552298"/>
                <a:ext cx="2157215" cy="2157215"/>
              </a:xfrm>
              <a:prstGeom prst="ellipse">
                <a:avLst/>
              </a:prstGeom>
              <a:gradFill>
                <a:gsLst>
                  <a:gs pos="20000">
                    <a:schemeClr val="accent2">
                      <a:lumMod val="50000"/>
                      <a:lumOff val="50000"/>
                    </a:schemeClr>
                  </a:gs>
                  <a:gs pos="76100">
                    <a:schemeClr val="accent1">
                      <a:lumMod val="75000"/>
                    </a:schemeClr>
                  </a:gs>
                  <a:gs pos="100000">
                    <a:schemeClr val="accent1">
                      <a:lumMod val="50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A0726F4-E0A9-EB55-8F65-7F76000D0C88}"/>
                  </a:ext>
                </a:extLst>
              </p:cNvPr>
              <p:cNvSpPr/>
              <p:nvPr/>
            </p:nvSpPr>
            <p:spPr>
              <a:xfrm>
                <a:off x="-451740" y="1122111"/>
                <a:ext cx="2157215" cy="2157215"/>
              </a:xfrm>
              <a:prstGeom prst="ellipse">
                <a:avLst/>
              </a:prstGeom>
              <a:gradFill>
                <a:gsLst>
                  <a:gs pos="20000">
                    <a:schemeClr val="accent2">
                      <a:lumMod val="50000"/>
                      <a:lumOff val="50000"/>
                    </a:schemeClr>
                  </a:gs>
                  <a:gs pos="76100">
                    <a:schemeClr val="accent1">
                      <a:lumMod val="75000"/>
                    </a:schemeClr>
                  </a:gs>
                  <a:gs pos="100000">
                    <a:schemeClr val="accent1">
                      <a:lumMod val="50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A553E5C8-A965-BF37-ABBF-9F9B0081FA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0183" y="-452692"/>
                <a:ext cx="1081517" cy="1081517"/>
              </a:xfrm>
              <a:prstGeom prst="rect">
                <a:avLst/>
              </a:prstGeom>
            </p:spPr>
          </p:pic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9D99537-F920-7CFB-F051-7FA492096863}"/>
              </a:ext>
            </a:extLst>
          </p:cNvPr>
          <p:cNvSpPr txBox="1"/>
          <p:nvPr/>
        </p:nvSpPr>
        <p:spPr>
          <a:xfrm>
            <a:off x="7086658" y="3225873"/>
            <a:ext cx="483497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solidFill>
                  <a:schemeClr val="accent2">
                    <a:lumMod val="25000"/>
                    <a:lumOff val="75000"/>
                  </a:schemeClr>
                </a:solidFill>
                <a:latin typeface="Montserrat" panose="00000500000000000000" pitchFamily="2" charset="0"/>
              </a:rPr>
              <a:t>Stage 2: Face Landmark (Face Mesh)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2"/>
                </a:solidFill>
                <a:latin typeface="Montserrat" panose="00000500000000000000" pitchFamily="2" charset="0"/>
              </a:rPr>
              <a:t>Uses a 3D landmark regression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2"/>
                </a:solidFill>
                <a:latin typeface="Montserrat" panose="00000500000000000000" pitchFamily="2" charset="0"/>
              </a:rPr>
              <a:t>Predicts 468 facial landmarks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2"/>
                </a:solidFill>
                <a:latin typeface="Montserrat" panose="00000500000000000000" pitchFamily="2" charset="0"/>
              </a:rPr>
              <a:t>Technical Characteristics: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2"/>
                </a:solidFill>
                <a:latin typeface="Montserrat" panose="00000500000000000000" pitchFamily="2" charset="0"/>
              </a:rPr>
              <a:t>Dense mesh topology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2"/>
                </a:solidFill>
                <a:latin typeface="Montserrat" panose="00000500000000000000" pitchFamily="2" charset="0"/>
              </a:rPr>
              <a:t>Sub-milli meter accuracy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2"/>
                </a:solidFill>
                <a:latin typeface="Montserrat" panose="00000500000000000000" pitchFamily="2" charset="0"/>
              </a:rPr>
              <a:t>Supports 3D face geometry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944A8B-5857-7870-D899-5AB88EC35B6F}"/>
              </a:ext>
            </a:extLst>
          </p:cNvPr>
          <p:cNvSpPr txBox="1"/>
          <p:nvPr/>
        </p:nvSpPr>
        <p:spPr>
          <a:xfrm>
            <a:off x="3896414" y="4895788"/>
            <a:ext cx="285206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2">
                    <a:lumMod val="25000"/>
                    <a:lumOff val="75000"/>
                  </a:schemeClr>
                </a:solidFill>
                <a:latin typeface="Montserrat" panose="00000500000000000000" pitchFamily="2" charset="0"/>
              </a:rPr>
              <a:t>Stage 3: Post-Processing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Montserrat" panose="00000500000000000000" pitchFamily="2" charset="0"/>
              </a:rPr>
              <a:t>Landmark stabilization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Montserrat" panose="00000500000000000000" pitchFamily="2" charset="0"/>
              </a:rPr>
              <a:t>Face alignment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Montserrat" panose="00000500000000000000" pitchFamily="2" charset="0"/>
              </a:rPr>
              <a:t>Head pose estimation</a:t>
            </a:r>
          </a:p>
          <a:p>
            <a:br>
              <a:rPr lang="en-US" sz="1600" dirty="0">
                <a:solidFill>
                  <a:schemeClr val="bg2"/>
                </a:solidFill>
                <a:latin typeface="Montserrat" panose="00000500000000000000" pitchFamily="2" charset="0"/>
              </a:rPr>
            </a:br>
            <a:endParaRPr lang="en-IN" sz="1600" dirty="0">
              <a:solidFill>
                <a:schemeClr val="bg2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AABF7E-DEE1-E0B0-EAD0-2DA20B131485}"/>
              </a:ext>
            </a:extLst>
          </p:cNvPr>
          <p:cNvSpPr txBox="1"/>
          <p:nvPr/>
        </p:nvSpPr>
        <p:spPr>
          <a:xfrm>
            <a:off x="7086658" y="5677433"/>
            <a:ext cx="311174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2">
                    <a:lumMod val="25000"/>
                    <a:lumOff val="75000"/>
                  </a:schemeClr>
                </a:solidFill>
                <a:latin typeface="Montserrat" panose="00000500000000000000" pitchFamily="2" charset="0"/>
              </a:rPr>
              <a:t>Final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Montserrat" panose="00000500000000000000" pitchFamily="2" charset="0"/>
              </a:rPr>
              <a:t>468 face landmarks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Montserrat" panose="00000500000000000000" pitchFamily="2" charset="0"/>
              </a:rPr>
              <a:t>3D face mesh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Montserrat" panose="00000500000000000000" pitchFamily="2" charset="0"/>
              </a:rPr>
              <a:t>Expression and pose data</a:t>
            </a:r>
          </a:p>
          <a:p>
            <a:endParaRPr lang="en-IN" sz="1600" dirty="0">
              <a:solidFill>
                <a:schemeClr val="bg2"/>
              </a:solidFill>
              <a:latin typeface="Montserrat" panose="00000500000000000000" pitchFamily="2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5B6B88F-A3F8-CE50-ABF3-86633BBE61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1" y="1358220"/>
            <a:ext cx="2130851" cy="180436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A5020C6-3C1F-EB2B-18B1-BA5AD8DCB1C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229" t="24961" r="1465" b="4929"/>
          <a:stretch>
            <a:fillRect/>
          </a:stretch>
        </p:blipFill>
        <p:spPr>
          <a:xfrm>
            <a:off x="29872" y="4436875"/>
            <a:ext cx="2458474" cy="224377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050A7DF-BE3A-6C2C-3033-71A7BB15DDC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745" t="3809" r="-562" b="23077"/>
          <a:stretch>
            <a:fillRect/>
          </a:stretch>
        </p:blipFill>
        <p:spPr>
          <a:xfrm>
            <a:off x="1764609" y="2767902"/>
            <a:ext cx="2157215" cy="188815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84206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2B8FFB-8D7F-B370-6D68-D6568C0EC935}"/>
              </a:ext>
            </a:extLst>
          </p:cNvPr>
          <p:cNvSpPr/>
          <p:nvPr/>
        </p:nvSpPr>
        <p:spPr>
          <a:xfrm>
            <a:off x="0" y="0"/>
            <a:ext cx="3516923" cy="6858000"/>
          </a:xfrm>
          <a:prstGeom prst="rect">
            <a:avLst/>
          </a:prstGeom>
          <a:gradFill flip="none" rotWithShape="1">
            <a:gsLst>
              <a:gs pos="20000">
                <a:schemeClr val="accent2">
                  <a:lumMod val="50000"/>
                  <a:lumOff val="50000"/>
                  <a:alpha val="74000"/>
                </a:schemeClr>
              </a:gs>
              <a:gs pos="761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3A81F8E-8A0A-6CDF-30D4-BECB854654A0}"/>
              </a:ext>
            </a:extLst>
          </p:cNvPr>
          <p:cNvGrpSpPr/>
          <p:nvPr/>
        </p:nvGrpSpPr>
        <p:grpSpPr>
          <a:xfrm>
            <a:off x="4855866" y="226582"/>
            <a:ext cx="7482885" cy="2951780"/>
            <a:chOff x="5770266" y="2008349"/>
            <a:chExt cx="7482885" cy="295178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5DF2689-EE4C-C233-76EC-9118416394B4}"/>
                </a:ext>
              </a:extLst>
            </p:cNvPr>
            <p:cNvSpPr txBox="1"/>
            <p:nvPr/>
          </p:nvSpPr>
          <p:spPr>
            <a:xfrm>
              <a:off x="5770266" y="2898026"/>
              <a:ext cx="4762501" cy="20621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b="1" dirty="0">
                  <a:solidFill>
                    <a:schemeClr val="accent2">
                      <a:lumMod val="25000"/>
                      <a:lumOff val="75000"/>
                    </a:schemeClr>
                  </a:solidFill>
                  <a:latin typeface="Montserrat" panose="00000500000000000000" pitchFamily="2" charset="0"/>
                </a:rPr>
                <a:t>Stage 1: Person / Pose Detection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600" dirty="0">
                  <a:solidFill>
                    <a:schemeClr val="bg2"/>
                  </a:solidFill>
                  <a:latin typeface="Montserrat" panose="00000500000000000000" pitchFamily="2" charset="0"/>
                </a:rPr>
                <a:t>Uses BlazePose Detector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600" dirty="0">
                  <a:solidFill>
                    <a:schemeClr val="bg2"/>
                  </a:solidFill>
                  <a:latin typeface="Montserrat" panose="00000500000000000000" pitchFamily="2" charset="0"/>
                </a:rPr>
                <a:t>CNN-based person localization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600" dirty="0">
                  <a:solidFill>
                    <a:schemeClr val="bg2"/>
                  </a:solidFill>
                  <a:latin typeface="Montserrat" panose="00000500000000000000" pitchFamily="2" charset="0"/>
                </a:rPr>
                <a:t>Lightweight detection network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600" dirty="0">
                  <a:solidFill>
                    <a:schemeClr val="bg2"/>
                  </a:solidFill>
                  <a:latin typeface="Montserrat" panose="00000500000000000000" pitchFamily="2" charset="0"/>
                </a:rPr>
                <a:t>Outputs: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IN" sz="1600" dirty="0">
                  <a:solidFill>
                    <a:schemeClr val="bg2"/>
                  </a:solidFill>
                  <a:latin typeface="Montserrat" panose="00000500000000000000" pitchFamily="2" charset="0"/>
                </a:rPr>
                <a:t>Full-body bounding box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IN" sz="1600" dirty="0">
                  <a:solidFill>
                    <a:schemeClr val="bg2"/>
                  </a:solidFill>
                  <a:latin typeface="Montserrat" panose="00000500000000000000" pitchFamily="2" charset="0"/>
                </a:rPr>
                <a:t>Pose confidence score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600" dirty="0">
                  <a:solidFill>
                    <a:schemeClr val="bg2"/>
                  </a:solidFill>
                  <a:latin typeface="Montserrat" panose="00000500000000000000" pitchFamily="2" charset="0"/>
                </a:rPr>
                <a:t>Focuses on single-person pose.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198C539-2279-EFEF-15B4-04FE21E749A7}"/>
                </a:ext>
              </a:extLst>
            </p:cNvPr>
            <p:cNvSpPr txBox="1"/>
            <p:nvPr/>
          </p:nvSpPr>
          <p:spPr>
            <a:xfrm>
              <a:off x="5998241" y="2008349"/>
              <a:ext cx="725491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3600" b="1" dirty="0">
                  <a:solidFill>
                    <a:schemeClr val="accent2">
                      <a:lumMod val="50000"/>
                      <a:lumOff val="50000"/>
                    </a:schemeClr>
                  </a:solidFill>
                  <a:latin typeface="Montserrat" panose="00000500000000000000" pitchFamily="2" charset="0"/>
                </a:rPr>
                <a:t>MediaPipe Pose Detection</a:t>
              </a:r>
              <a:endParaRPr lang="en-US" sz="3600" b="1" dirty="0">
                <a:solidFill>
                  <a:schemeClr val="accent2">
                    <a:lumMod val="50000"/>
                    <a:lumOff val="50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9126FC7-25F5-DCA1-5DAB-2B10CEE76F2B}"/>
              </a:ext>
            </a:extLst>
          </p:cNvPr>
          <p:cNvGrpSpPr/>
          <p:nvPr/>
        </p:nvGrpSpPr>
        <p:grpSpPr>
          <a:xfrm rot="5400000">
            <a:off x="-872596" y="1355691"/>
            <a:ext cx="6481576" cy="4255648"/>
            <a:chOff x="861286" y="1467876"/>
            <a:chExt cx="6907247" cy="4447157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8A6307C8-43F6-456E-0CBB-2DA8F2DC52DB}"/>
                </a:ext>
              </a:extLst>
            </p:cNvPr>
            <p:cNvSpPr/>
            <p:nvPr/>
          </p:nvSpPr>
          <p:spPr>
            <a:xfrm>
              <a:off x="3006033" y="1467876"/>
              <a:ext cx="4762500" cy="2133600"/>
            </a:xfrm>
            <a:prstGeom prst="roundRect">
              <a:avLst/>
            </a:prstGeom>
            <a:solidFill>
              <a:schemeClr val="accent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7B2B9F4F-9EA3-F982-0840-97EF52F71DE0}"/>
                </a:ext>
              </a:extLst>
            </p:cNvPr>
            <p:cNvSpPr/>
            <p:nvPr/>
          </p:nvSpPr>
          <p:spPr>
            <a:xfrm>
              <a:off x="861286" y="3781433"/>
              <a:ext cx="4762500" cy="2133600"/>
            </a:xfrm>
            <a:prstGeom prst="roundRect">
              <a:avLst/>
            </a:prstGeom>
            <a:solidFill>
              <a:schemeClr val="accent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E59D17C-64E9-0711-1CF1-B23CAD1F1C23}"/>
                </a:ext>
              </a:extLst>
            </p:cNvPr>
            <p:cNvSpPr txBox="1"/>
            <p:nvPr/>
          </p:nvSpPr>
          <p:spPr>
            <a:xfrm>
              <a:off x="3522437" y="4167670"/>
              <a:ext cx="2611664" cy="3859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1200"/>
                </a:spcBef>
              </a:pPr>
              <a:endParaRPr lang="en-US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F412BE58-F326-B9B1-9470-ECE632E52DE4}"/>
                </a:ext>
              </a:extLst>
            </p:cNvPr>
            <p:cNvGrpSpPr/>
            <p:nvPr/>
          </p:nvGrpSpPr>
          <p:grpSpPr>
            <a:xfrm>
              <a:off x="3641403" y="1675297"/>
              <a:ext cx="2787973" cy="1029546"/>
              <a:chOff x="3641403" y="1609919"/>
              <a:chExt cx="2787973" cy="1029546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97DE94D-A2E2-8C18-CB5A-CA66B2D2EBC9}"/>
                  </a:ext>
                </a:extLst>
              </p:cNvPr>
              <p:cNvSpPr txBox="1"/>
              <p:nvPr/>
            </p:nvSpPr>
            <p:spPr>
              <a:xfrm>
                <a:off x="3817712" y="2157694"/>
                <a:ext cx="2611664" cy="4817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endParaRPr lang="en-US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FE705E9-7473-4BD4-D0DB-A9ABF0580FF9}"/>
                  </a:ext>
                </a:extLst>
              </p:cNvPr>
              <p:cNvSpPr txBox="1"/>
              <p:nvPr/>
            </p:nvSpPr>
            <p:spPr>
              <a:xfrm>
                <a:off x="3641403" y="1609919"/>
                <a:ext cx="2111697" cy="3859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5164013-46E5-0AD5-1D6C-9D1926CCD79E}"/>
              </a:ext>
            </a:extLst>
          </p:cNvPr>
          <p:cNvSpPr txBox="1"/>
          <p:nvPr/>
        </p:nvSpPr>
        <p:spPr>
          <a:xfrm>
            <a:off x="4855866" y="3580216"/>
            <a:ext cx="376499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2">
                    <a:lumMod val="25000"/>
                    <a:lumOff val="75000"/>
                  </a:schemeClr>
                </a:solidFill>
                <a:latin typeface="Montserrat" panose="00000500000000000000" pitchFamily="2" charset="0"/>
              </a:rPr>
              <a:t>Stage 2: Pose Landmark Regression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2"/>
                </a:solidFill>
                <a:latin typeface="Montserrat" panose="00000500000000000000" pitchFamily="2" charset="0"/>
              </a:rPr>
              <a:t>Cropped body region sent to landmark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2"/>
                </a:solidFill>
                <a:latin typeface="Montserrat" panose="00000500000000000000" pitchFamily="2" charset="0"/>
              </a:rPr>
              <a:t>Predicts 33 body landmarks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2"/>
                </a:solidFill>
                <a:latin typeface="Montserrat" panose="00000500000000000000" pitchFamily="2" charset="0"/>
              </a:rPr>
              <a:t>Outputs per landmark: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2"/>
                </a:solidFill>
                <a:latin typeface="Montserrat" panose="00000500000000000000" pitchFamily="2" charset="0"/>
              </a:rPr>
              <a:t>x, y, z coordinates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2"/>
                </a:solidFill>
                <a:latin typeface="Montserrat" panose="00000500000000000000" pitchFamily="2" charset="0"/>
              </a:rPr>
              <a:t>Visibility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2"/>
                </a:solidFill>
                <a:latin typeface="Montserrat" panose="00000500000000000000" pitchFamily="2" charset="0"/>
              </a:rPr>
              <a:t>High-precision regression for joints.</a:t>
            </a:r>
          </a:p>
          <a:p>
            <a:endParaRPr lang="en-IN" sz="1600" dirty="0">
              <a:solidFill>
                <a:schemeClr val="bg2"/>
              </a:solidFill>
              <a:latin typeface="Montserrat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AAB942-229D-1299-F4E1-C268A66FCB73}"/>
              </a:ext>
            </a:extLst>
          </p:cNvPr>
          <p:cNvSpPr txBox="1"/>
          <p:nvPr/>
        </p:nvSpPr>
        <p:spPr>
          <a:xfrm>
            <a:off x="8620861" y="3580216"/>
            <a:ext cx="39364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Montserrat" panose="00000500000000000000" pitchFamily="2" charset="0"/>
              </a:rPr>
              <a:t>Stage 3: Temporal Tracking &amp; Smoothing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Montserrat" panose="00000500000000000000" pitchFamily="2" charset="0"/>
              </a:rPr>
              <a:t>Frame-to-frame pose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Montserrat" panose="00000500000000000000" pitchFamily="2" charset="0"/>
              </a:rPr>
              <a:t>Landmark smoothing filters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Montserrat" panose="00000500000000000000" pitchFamily="2" charset="0"/>
              </a:rPr>
              <a:t>Joint angle calculation</a:t>
            </a:r>
          </a:p>
          <a:p>
            <a:endParaRPr lang="en-IN" sz="1600" dirty="0">
              <a:solidFill>
                <a:schemeClr val="bg2"/>
              </a:solidFill>
              <a:latin typeface="Montserrat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7FCC24-0AB9-64A7-BCA9-A897EC346A59}"/>
              </a:ext>
            </a:extLst>
          </p:cNvPr>
          <p:cNvSpPr txBox="1"/>
          <p:nvPr/>
        </p:nvSpPr>
        <p:spPr>
          <a:xfrm>
            <a:off x="8620861" y="5223945"/>
            <a:ext cx="25827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2">
                    <a:lumMod val="25000"/>
                    <a:lumOff val="75000"/>
                  </a:schemeClr>
                </a:solidFill>
                <a:latin typeface="Montserrat" panose="00000500000000000000" pitchFamily="2" charset="0"/>
              </a:rPr>
              <a:t>Final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Montserrat" panose="00000500000000000000" pitchFamily="2" charset="0"/>
              </a:rPr>
              <a:t>33 pose landmarks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Montserrat" panose="00000500000000000000" pitchFamily="2" charset="0"/>
              </a:rPr>
              <a:t>Skeleton overlay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Montserrat" panose="00000500000000000000" pitchFamily="2" charset="0"/>
              </a:rPr>
              <a:t>Motion analysis data</a:t>
            </a:r>
          </a:p>
          <a:p>
            <a:endParaRPr lang="en-IN" sz="1600" dirty="0">
              <a:solidFill>
                <a:schemeClr val="bg2"/>
              </a:solidFill>
              <a:latin typeface="Montserrat" panose="00000500000000000000" pitchFamily="2" charset="0"/>
            </a:endParaRPr>
          </a:p>
        </p:txBody>
      </p:sp>
      <p:pic>
        <p:nvPicPr>
          <p:cNvPr id="2056" name="Picture 8" descr="GitHub - thinhsuy/Human-Gesture-Detection">
            <a:extLst>
              <a:ext uri="{FF2B5EF4-FFF2-40B4-BE49-F238E27FC236}">
                <a16:creationId xmlns:a16="http://schemas.microsoft.com/office/drawing/2014/main" id="{6145D55F-0074-6BB4-6C4F-6BA71A3607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40" r="27998"/>
          <a:stretch>
            <a:fillRect/>
          </a:stretch>
        </p:blipFill>
        <p:spPr bwMode="auto">
          <a:xfrm>
            <a:off x="2684568" y="2438220"/>
            <a:ext cx="1612959" cy="1981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GitHub - thinhsuy/Human-Gesture-Detection">
            <a:extLst>
              <a:ext uri="{FF2B5EF4-FFF2-40B4-BE49-F238E27FC236}">
                <a16:creationId xmlns:a16="http://schemas.microsoft.com/office/drawing/2014/main" id="{FBB2C5FA-4051-7F0E-8A16-3AFA9BC81E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561"/>
          <a:stretch>
            <a:fillRect/>
          </a:stretch>
        </p:blipFill>
        <p:spPr bwMode="auto">
          <a:xfrm>
            <a:off x="377752" y="872913"/>
            <a:ext cx="1758461" cy="3267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GitHub - thinhsuy/Human-Gesture-Detection">
            <a:extLst>
              <a:ext uri="{FF2B5EF4-FFF2-40B4-BE49-F238E27FC236}">
                <a16:creationId xmlns:a16="http://schemas.microsoft.com/office/drawing/2014/main" id="{C85F5D76-57B4-8220-4EEE-DA0D6E2142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03" b="5120"/>
          <a:stretch>
            <a:fillRect/>
          </a:stretch>
        </p:blipFill>
        <p:spPr bwMode="auto">
          <a:xfrm>
            <a:off x="2684567" y="4419462"/>
            <a:ext cx="1612959" cy="2094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795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8E316E1-40BB-D57A-2DE9-7F3A0C7E40B0}"/>
              </a:ext>
            </a:extLst>
          </p:cNvPr>
          <p:cNvSpPr/>
          <p:nvPr/>
        </p:nvSpPr>
        <p:spPr>
          <a:xfrm>
            <a:off x="812799" y="-834572"/>
            <a:ext cx="1669143" cy="1669143"/>
          </a:xfrm>
          <a:prstGeom prst="ellipse">
            <a:avLst/>
          </a:prstGeom>
          <a:gradFill>
            <a:gsLst>
              <a:gs pos="20000">
                <a:schemeClr val="accent2">
                  <a:lumMod val="50000"/>
                  <a:lumOff val="50000"/>
                </a:schemeClr>
              </a:gs>
              <a:gs pos="761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8BEE07-5766-E2AE-1D90-9EBF99770C11}"/>
              </a:ext>
            </a:extLst>
          </p:cNvPr>
          <p:cNvGrpSpPr/>
          <p:nvPr/>
        </p:nvGrpSpPr>
        <p:grpSpPr>
          <a:xfrm>
            <a:off x="466044" y="258561"/>
            <a:ext cx="9200470" cy="5632992"/>
            <a:chOff x="466044" y="258561"/>
            <a:chExt cx="9200470" cy="563299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682B45E-83D8-8364-94B4-5EC97DA55B1A}"/>
                </a:ext>
              </a:extLst>
            </p:cNvPr>
            <p:cNvGrpSpPr/>
            <p:nvPr/>
          </p:nvGrpSpPr>
          <p:grpSpPr>
            <a:xfrm>
              <a:off x="466044" y="966447"/>
              <a:ext cx="4925106" cy="4925106"/>
              <a:chOff x="1018494" y="908820"/>
              <a:chExt cx="4925106" cy="4925106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D0E2F828-724B-FD99-1AC4-D27DB4930826}"/>
                  </a:ext>
                </a:extLst>
              </p:cNvPr>
              <p:cNvSpPr/>
              <p:nvPr/>
            </p:nvSpPr>
            <p:spPr>
              <a:xfrm>
                <a:off x="1018494" y="908820"/>
                <a:ext cx="4925106" cy="4925106"/>
              </a:xfrm>
              <a:prstGeom prst="ellipse">
                <a:avLst/>
              </a:prstGeom>
              <a:gradFill>
                <a:gsLst>
                  <a:gs pos="20000">
                    <a:schemeClr val="accent2">
                      <a:lumMod val="50000"/>
                      <a:lumOff val="50000"/>
                    </a:schemeClr>
                  </a:gs>
                  <a:gs pos="76100">
                    <a:schemeClr val="accent1">
                      <a:lumMod val="75000"/>
                    </a:schemeClr>
                  </a:gs>
                  <a:gs pos="100000">
                    <a:schemeClr val="accent1">
                      <a:lumMod val="50000"/>
                    </a:schemeClr>
                  </a:gs>
                </a:gsLst>
                <a:lin ang="135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9218" name="Picture 2" descr="Photo binary code 3d background">
                <a:extLst>
                  <a:ext uri="{FF2B5EF4-FFF2-40B4-BE49-F238E27FC236}">
                    <a16:creationId xmlns:a16="http://schemas.microsoft.com/office/drawing/2014/main" id="{D653958F-211B-15BD-B2C7-9D59ADAC29D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49590" y="1239916"/>
                <a:ext cx="4262914" cy="4262914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59B25C7-A62A-C68C-747F-36EFD34D9E76}"/>
                </a:ext>
              </a:extLst>
            </p:cNvPr>
            <p:cNvGrpSpPr/>
            <p:nvPr/>
          </p:nvGrpSpPr>
          <p:grpSpPr>
            <a:xfrm>
              <a:off x="5629956" y="258561"/>
              <a:ext cx="4036558" cy="3090869"/>
              <a:chOff x="5629956" y="30801"/>
              <a:chExt cx="4036558" cy="3090869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E18647E-C338-6C94-700F-D1A7B93293A7}"/>
                  </a:ext>
                </a:extLst>
              </p:cNvPr>
              <p:cNvSpPr txBox="1"/>
              <p:nvPr/>
            </p:nvSpPr>
            <p:spPr>
              <a:xfrm>
                <a:off x="6521187" y="916227"/>
                <a:ext cx="2607049" cy="2205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endParaRPr lang="en-US" b="0" i="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8EC35B3-32A2-6B58-0049-251C584C4B77}"/>
                  </a:ext>
                </a:extLst>
              </p:cNvPr>
              <p:cNvSpPr txBox="1"/>
              <p:nvPr/>
            </p:nvSpPr>
            <p:spPr>
              <a:xfrm>
                <a:off x="5629956" y="30801"/>
                <a:ext cx="4036558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000" b="1" dirty="0">
                    <a:solidFill>
                      <a:schemeClr val="accent2">
                        <a:lumMod val="50000"/>
                        <a:lumOff val="50000"/>
                      </a:schemeClr>
                    </a:solidFill>
                    <a:latin typeface="Montserrat" panose="00000500000000000000" pitchFamily="2" charset="0"/>
                  </a:rPr>
                  <a:t>Applications</a:t>
                </a:r>
              </a:p>
            </p:txBody>
          </p:sp>
        </p:grp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F31A1CE-AF8A-3846-2EB3-00C0C65F5497}"/>
              </a:ext>
            </a:extLst>
          </p:cNvPr>
          <p:cNvCxnSpPr>
            <a:cxnSpLocks/>
          </p:cNvCxnSpPr>
          <p:nvPr/>
        </p:nvCxnSpPr>
        <p:spPr>
          <a:xfrm>
            <a:off x="5466303" y="3526971"/>
            <a:ext cx="626012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49420C-F389-7E75-5A8F-59BFF7518AB1}"/>
              </a:ext>
            </a:extLst>
          </p:cNvPr>
          <p:cNvCxnSpPr/>
          <p:nvPr/>
        </p:nvCxnSpPr>
        <p:spPr>
          <a:xfrm flipV="1">
            <a:off x="5908431" y="1751974"/>
            <a:ext cx="0" cy="177499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2B705B6-A2E0-9198-B4EC-F1DB95ECD3DF}"/>
              </a:ext>
            </a:extLst>
          </p:cNvPr>
          <p:cNvCxnSpPr/>
          <p:nvPr/>
        </p:nvCxnSpPr>
        <p:spPr>
          <a:xfrm flipV="1">
            <a:off x="8978024" y="1742774"/>
            <a:ext cx="0" cy="177499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DA26132-3501-44C3-7519-E3DC52434EB4}"/>
              </a:ext>
            </a:extLst>
          </p:cNvPr>
          <p:cNvCxnSpPr/>
          <p:nvPr/>
        </p:nvCxnSpPr>
        <p:spPr>
          <a:xfrm flipV="1">
            <a:off x="8181033" y="3526971"/>
            <a:ext cx="0" cy="177499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F00EF349-79C4-E54E-7C6D-0509C15C1784}"/>
              </a:ext>
            </a:extLst>
          </p:cNvPr>
          <p:cNvSpPr/>
          <p:nvPr/>
        </p:nvSpPr>
        <p:spPr>
          <a:xfrm>
            <a:off x="5880444" y="1614231"/>
            <a:ext cx="55973" cy="128543"/>
          </a:xfrm>
          <a:prstGeom prst="ellipse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15B83EF-D042-CF79-DE1E-F11CDBB99632}"/>
              </a:ext>
            </a:extLst>
          </p:cNvPr>
          <p:cNvSpPr/>
          <p:nvPr/>
        </p:nvSpPr>
        <p:spPr>
          <a:xfrm>
            <a:off x="8950037" y="1603794"/>
            <a:ext cx="55973" cy="128543"/>
          </a:xfrm>
          <a:prstGeom prst="ellipse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39161BB-4E20-AE8D-D296-8E084F810F39}"/>
              </a:ext>
            </a:extLst>
          </p:cNvPr>
          <p:cNvSpPr/>
          <p:nvPr/>
        </p:nvSpPr>
        <p:spPr>
          <a:xfrm>
            <a:off x="8153046" y="5301968"/>
            <a:ext cx="55973" cy="128543"/>
          </a:xfrm>
          <a:prstGeom prst="ellipse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B779EB-C31E-BDC4-FF85-D143D0DF1276}"/>
              </a:ext>
            </a:extLst>
          </p:cNvPr>
          <p:cNvSpPr txBox="1"/>
          <p:nvPr/>
        </p:nvSpPr>
        <p:spPr>
          <a:xfrm>
            <a:off x="5936417" y="1537494"/>
            <a:ext cx="609432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bg2"/>
                </a:solidFill>
                <a:latin typeface="Montserrat" panose="00000500000000000000" pitchFamily="2" charset="0"/>
              </a:rPr>
              <a:t> </a:t>
            </a:r>
            <a:r>
              <a:rPr lang="en-IN" b="1" dirty="0">
                <a:solidFill>
                  <a:schemeClr val="bg2"/>
                </a:solidFill>
                <a:latin typeface="Montserrat" panose="00000500000000000000" pitchFamily="2" charset="0"/>
              </a:rPr>
              <a:t>Face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2"/>
                </a:solidFill>
                <a:latin typeface="Montserrat" panose="00000500000000000000" pitchFamily="2" charset="0"/>
              </a:rPr>
              <a:t>Face unlock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2"/>
                </a:solidFill>
                <a:latin typeface="Montserrat" panose="00000500000000000000" pitchFamily="2" charset="0"/>
              </a:rPr>
              <a:t>Attendance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2"/>
                </a:solidFill>
                <a:latin typeface="Montserrat" panose="00000500000000000000" pitchFamily="2" charset="0"/>
              </a:rPr>
              <a:t>Emotion recognition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71BDCF-4A76-0D42-06FF-8DDB05802FBA}"/>
              </a:ext>
            </a:extLst>
          </p:cNvPr>
          <p:cNvSpPr txBox="1"/>
          <p:nvPr/>
        </p:nvSpPr>
        <p:spPr>
          <a:xfrm>
            <a:off x="9033996" y="1537494"/>
            <a:ext cx="283462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  <a:latin typeface="Montserrat" panose="00000500000000000000" pitchFamily="2" charset="0"/>
              </a:rPr>
              <a:t>Hand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2"/>
                </a:solidFill>
                <a:latin typeface="Montserrat" panose="00000500000000000000" pitchFamily="2" charset="0"/>
              </a:rPr>
              <a:t>Gesture recognition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2"/>
                </a:solidFill>
                <a:latin typeface="Montserrat" panose="00000500000000000000" pitchFamily="2" charset="0"/>
              </a:rPr>
              <a:t>Sign language interpretation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2"/>
                </a:solidFill>
                <a:latin typeface="Montserrat" panose="00000500000000000000" pitchFamily="2" charset="0"/>
              </a:rPr>
              <a:t>AR/VR interaction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DD42CE-1FA6-04A0-9734-708FCACFFD0A}"/>
              </a:ext>
            </a:extLst>
          </p:cNvPr>
          <p:cNvSpPr txBox="1"/>
          <p:nvPr/>
        </p:nvSpPr>
        <p:spPr>
          <a:xfrm>
            <a:off x="8280400" y="4122408"/>
            <a:ext cx="280717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  <a:latin typeface="Montserrat" panose="00000500000000000000" pitchFamily="2" charset="0"/>
              </a:rPr>
              <a:t>Pose Estimation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Montserrat" panose="00000500000000000000" pitchFamily="2" charset="0"/>
              </a:rPr>
              <a:t>Fitness apps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Montserrat" panose="00000500000000000000" pitchFamily="2" charset="0"/>
              </a:rPr>
              <a:t>Sports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Montserrat" panose="00000500000000000000" pitchFamily="2" charset="0"/>
              </a:rPr>
              <a:t>Dance &amp; yoga tracking</a:t>
            </a:r>
            <a:endParaRPr lang="en-IN" sz="1600" dirty="0">
              <a:solidFill>
                <a:schemeClr val="bg2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7949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0135AC36-894B-AB5C-F563-139B5EB022CD}"/>
              </a:ext>
            </a:extLst>
          </p:cNvPr>
          <p:cNvGrpSpPr/>
          <p:nvPr/>
        </p:nvGrpSpPr>
        <p:grpSpPr>
          <a:xfrm>
            <a:off x="5343372" y="785540"/>
            <a:ext cx="6096000" cy="4344162"/>
            <a:chOff x="5343372" y="1824781"/>
            <a:chExt cx="6096000" cy="434416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881C845-9D26-DD54-F384-42AE6816315D}"/>
                </a:ext>
              </a:extLst>
            </p:cNvPr>
            <p:cNvSpPr txBox="1"/>
            <p:nvPr/>
          </p:nvSpPr>
          <p:spPr>
            <a:xfrm>
              <a:off x="5343372" y="2752623"/>
              <a:ext cx="6096000" cy="3416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2"/>
                  </a:solidFill>
                  <a:latin typeface="Montserrat" panose="00000500000000000000" pitchFamily="2" charset="0"/>
                </a:rPr>
                <a:t>MediaPipe provides an efficient framework for building real-time perception pipelines.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2"/>
                  </a:solidFill>
                  <a:latin typeface="Montserrat" panose="00000500000000000000" pitchFamily="2" charset="0"/>
                </a:rPr>
                <a:t>Its graph-based architecture enables modular, scalable, and parallel processing.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2"/>
                  </a:solidFill>
                  <a:latin typeface="Montserrat" panose="00000500000000000000" pitchFamily="2" charset="0"/>
                </a:rPr>
                <a:t>Integration of lightweight detection and precise landmark models ensures high accuracy with low latency.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2"/>
                  </a:solidFill>
                  <a:latin typeface="Montserrat" panose="00000500000000000000" pitchFamily="2" charset="0"/>
                </a:rPr>
                <a:t>TensorFlow Lite enables on-device, hardware-accelerated inference across platforms.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2"/>
                  </a:solidFill>
                  <a:latin typeface="Montserrat" panose="00000500000000000000" pitchFamily="2" charset="0"/>
                </a:rPr>
                <a:t>MediaPipe is well suited for applications like hand tracking, face analysis, and pose estimation.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3BB1BC5-BFDB-B928-E4F8-E175B6CB9D34}"/>
                </a:ext>
              </a:extLst>
            </p:cNvPr>
            <p:cNvSpPr txBox="1"/>
            <p:nvPr/>
          </p:nvSpPr>
          <p:spPr>
            <a:xfrm>
              <a:off x="5343372" y="1824781"/>
              <a:ext cx="3854960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000" b="1" i="0" dirty="0">
                  <a:solidFill>
                    <a:schemeClr val="accent2">
                      <a:lumMod val="50000"/>
                      <a:lumOff val="50000"/>
                    </a:schemeClr>
                  </a:solidFill>
                  <a:effectLst/>
                  <a:latin typeface="Montserrat" panose="00000500000000000000" pitchFamily="2" charset="0"/>
                </a:rPr>
                <a:t>Conclusion</a:t>
              </a:r>
              <a:endParaRPr lang="en-US" sz="4000" b="1" dirty="0">
                <a:solidFill>
                  <a:schemeClr val="accent2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C8D98B8-E6CD-2013-AD81-CF601AB93803}"/>
              </a:ext>
            </a:extLst>
          </p:cNvPr>
          <p:cNvSpPr/>
          <p:nvPr/>
        </p:nvSpPr>
        <p:spPr>
          <a:xfrm>
            <a:off x="815873" y="0"/>
            <a:ext cx="3854960" cy="1500849"/>
          </a:xfrm>
          <a:custGeom>
            <a:avLst/>
            <a:gdLst>
              <a:gd name="connsiteX0" fmla="*/ 0 w 3854960"/>
              <a:gd name="connsiteY0" fmla="*/ 0 h 1500849"/>
              <a:gd name="connsiteX1" fmla="*/ 3854960 w 3854960"/>
              <a:gd name="connsiteY1" fmla="*/ 0 h 1500849"/>
              <a:gd name="connsiteX2" fmla="*/ 3828706 w 3854960"/>
              <a:gd name="connsiteY2" fmla="*/ 102105 h 1500849"/>
              <a:gd name="connsiteX3" fmla="*/ 1927480 w 3854960"/>
              <a:gd name="connsiteY3" fmla="*/ 1500849 h 1500849"/>
              <a:gd name="connsiteX4" fmla="*/ 26254 w 3854960"/>
              <a:gd name="connsiteY4" fmla="*/ 102105 h 1500849"/>
              <a:gd name="connsiteX5" fmla="*/ 0 w 3854960"/>
              <a:gd name="connsiteY5" fmla="*/ 0 h 1500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54960" h="1500849">
                <a:moveTo>
                  <a:pt x="0" y="0"/>
                </a:moveTo>
                <a:lnTo>
                  <a:pt x="3854960" y="0"/>
                </a:lnTo>
                <a:lnTo>
                  <a:pt x="3828706" y="102105"/>
                </a:lnTo>
                <a:cubicBezTo>
                  <a:pt x="3576658" y="912466"/>
                  <a:pt x="2820781" y="1500849"/>
                  <a:pt x="1927480" y="1500849"/>
                </a:cubicBezTo>
                <a:cubicBezTo>
                  <a:pt x="1034179" y="1500849"/>
                  <a:pt x="278303" y="912466"/>
                  <a:pt x="26254" y="102105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2">
                  <a:lumMod val="50000"/>
                  <a:lumOff val="50000"/>
                </a:schemeClr>
              </a:gs>
              <a:gs pos="761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5A1E0BF-7327-8813-C71B-63BFB9D6C687}"/>
              </a:ext>
            </a:extLst>
          </p:cNvPr>
          <p:cNvSpPr/>
          <p:nvPr/>
        </p:nvSpPr>
        <p:spPr>
          <a:xfrm>
            <a:off x="3849852" y="5451121"/>
            <a:ext cx="6980708" cy="1056640"/>
          </a:xfrm>
          <a:prstGeom prst="roundRect">
            <a:avLst/>
          </a:prstGeom>
          <a:solidFill>
            <a:schemeClr val="accent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en-US" dirty="0"/>
              <a:t>Overall, MediaPipe bridges machine learning and real-time computer vision for practical, production-ready solutions.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362149-4A3B-4AF0-4CD8-83E392E49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628" y="1822268"/>
            <a:ext cx="3987130" cy="503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211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7204337-3C92-A3A6-3829-E964D33A2FCE}"/>
              </a:ext>
            </a:extLst>
          </p:cNvPr>
          <p:cNvGrpSpPr/>
          <p:nvPr/>
        </p:nvGrpSpPr>
        <p:grpSpPr>
          <a:xfrm>
            <a:off x="1539345" y="2572330"/>
            <a:ext cx="8872151" cy="2348692"/>
            <a:chOff x="1539345" y="2618386"/>
            <a:chExt cx="8872151" cy="234869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6D90F59-28D0-3DB7-D85A-DF8A85B0F7FE}"/>
                </a:ext>
              </a:extLst>
            </p:cNvPr>
            <p:cNvSpPr txBox="1"/>
            <p:nvPr/>
          </p:nvSpPr>
          <p:spPr>
            <a:xfrm>
              <a:off x="1539345" y="2618386"/>
              <a:ext cx="8872151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LORA" pitchFamily="2" charset="0"/>
                  <a:ea typeface="+mn-ea"/>
                  <a:cs typeface="Segoe UI" panose="020B0502040204020203" pitchFamily="34" charset="0"/>
                </a:rPr>
                <a:t>Thank You!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6559EA9-3C29-001B-F903-BF999A700F0A}"/>
                </a:ext>
              </a:extLst>
            </p:cNvPr>
            <p:cNvSpPr/>
            <p:nvPr/>
          </p:nvSpPr>
          <p:spPr>
            <a:xfrm>
              <a:off x="2668859" y="4659301"/>
              <a:ext cx="685428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9C3C8E-F962-3FC7-0C46-946372A0A50C}"/>
                </a:ext>
              </a:extLst>
            </p:cNvPr>
            <p:cNvSpPr/>
            <p:nvPr/>
          </p:nvSpPr>
          <p:spPr>
            <a:xfrm>
              <a:off x="2668859" y="4098910"/>
              <a:ext cx="685428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2368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75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7D047"/>
      </a:accent1>
      <a:accent2>
        <a:srgbClr val="01130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</TotalTime>
  <Words>890</Words>
  <Application>Microsoft Office PowerPoint</Application>
  <PresentationFormat>Widescreen</PresentationFormat>
  <Paragraphs>165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LORA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Deckzi Solutions</dc:creator>
  <cp:lastModifiedBy>Bhakthi .S.P</cp:lastModifiedBy>
  <cp:revision>11</cp:revision>
  <dcterms:created xsi:type="dcterms:W3CDTF">2023-06-21T07:37:26Z</dcterms:created>
  <dcterms:modified xsi:type="dcterms:W3CDTF">2026-01-07T19:20:06Z</dcterms:modified>
</cp:coreProperties>
</file>